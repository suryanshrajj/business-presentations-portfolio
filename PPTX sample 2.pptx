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0" r:id="rId2"/>
    <p:sldId id="275" r:id="rId3"/>
    <p:sldId id="259" r:id="rId4"/>
    <p:sldId id="271" r:id="rId5"/>
    <p:sldId id="272" r:id="rId6"/>
    <p:sldId id="273" r:id="rId7"/>
    <p:sldId id="260" r:id="rId8"/>
    <p:sldId id="261" r:id="rId9"/>
    <p:sldId id="262" r:id="rId10"/>
    <p:sldId id="263" r:id="rId11"/>
    <p:sldId id="269" r:id="rId12"/>
    <p:sldId id="264" r:id="rId13"/>
    <p:sldId id="265"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st" id="{69E05127-D3F4-AD4A-91F7-DCB305530C8E}">
          <p14:sldIdLst>
            <p14:sldId id="270"/>
            <p14:sldId id="275"/>
            <p14:sldId id="259"/>
            <p14:sldId id="271"/>
            <p14:sldId id="272"/>
            <p14:sldId id="273"/>
          </p14:sldIdLst>
        </p14:section>
        <p14:section name="outline transition" id="{2E1DB80C-E16D-4040-A98E-CC1CEEBE2BAF}">
          <p14:sldIdLst>
            <p14:sldId id="260"/>
            <p14:sldId id="261"/>
            <p14:sldId id="262"/>
            <p14:sldId id="263"/>
            <p14:sldId id="269"/>
            <p14:sldId id="264"/>
            <p14:sldId id="265"/>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4402E-B174-7E48-A632-4332CFF54EC8}" v="11" dt="2023-10-08T15:55:20.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2"/>
    <p:restoredTop sz="96395"/>
  </p:normalViewPr>
  <p:slideViewPr>
    <p:cSldViewPr snapToGrid="0">
      <p:cViewPr>
        <p:scale>
          <a:sx n="78" d="100"/>
          <a:sy n="78" d="100"/>
        </p:scale>
        <p:origin x="1960" y="13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A40F5-C901-384F-968D-04655C98AACA}" type="datetimeFigureOut">
              <a:rPr lang="en-US" smtClean="0"/>
              <a:t>10/9/23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C27C3-0603-7E4F-BEE2-7406979835A7}" type="slidenum">
              <a:rPr lang="en-US" smtClean="0"/>
              <a:t>‹#›</a:t>
            </a:fld>
            <a:endParaRPr lang="en-US"/>
          </a:p>
        </p:txBody>
      </p:sp>
    </p:spTree>
    <p:extLst>
      <p:ext uri="{BB962C8B-B14F-4D97-AF65-F5344CB8AC3E}">
        <p14:creationId xmlns:p14="http://schemas.microsoft.com/office/powerpoint/2010/main" val="3755734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4C27C3-0603-7E4F-BEE2-7406979835A7}" type="slidenum">
              <a:rPr lang="en-US" smtClean="0"/>
              <a:t>9</a:t>
            </a:fld>
            <a:endParaRPr lang="en-US"/>
          </a:p>
        </p:txBody>
      </p:sp>
    </p:spTree>
    <p:extLst>
      <p:ext uri="{BB962C8B-B14F-4D97-AF65-F5344CB8AC3E}">
        <p14:creationId xmlns:p14="http://schemas.microsoft.com/office/powerpoint/2010/main" val="3296848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17261-65C8-1939-8617-8AFF87ABF4B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A55383D-1886-7C80-64F3-633E47031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17CD7FA-4AEE-E2DE-1C86-8059D025BEF7}"/>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126632E6-1820-4D9F-1AEB-B96BB91E4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15BDF5-5420-5990-71A5-5D0CEF4C7827}"/>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1954555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071F-EB45-5244-AEAA-4667C854827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0B8B60E-F633-57D4-03CA-981E5813CA2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56C2EBF-1E69-62F4-E2BE-78EDE52C9DD2}"/>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AEDFD626-6ED6-68B6-7355-AD485FBEB7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4014F-374F-4322-D457-86FF9A532A20}"/>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1409551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DBF6C-A729-DD14-43D8-DC360EF7C21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B32E65-52D6-0C8B-0F09-646316CA12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827C443-3BC5-015C-798B-FCE766646DE7}"/>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24435332-5820-C029-733D-BA09D17CA1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CCFC1-8CCB-9D28-32E2-AAEA111A1786}"/>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51557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B9CE-1E51-1651-F4F6-8D2CF4B3AC2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3D340A-F669-8A8F-2765-35C5D635ED6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F222714-4454-076D-8F52-C46B2C73590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DFB00BF-4C92-6182-9ADC-247875D4D80B}"/>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6" name="Footer Placeholder 5">
            <a:extLst>
              <a:ext uri="{FF2B5EF4-FFF2-40B4-BE49-F238E27FC236}">
                <a16:creationId xmlns:a16="http://schemas.microsoft.com/office/drawing/2014/main" id="{AF5AFF20-276F-A55C-095C-D87BB509A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A55F02-93EC-E79C-A970-E3804E13D19F}"/>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2019207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2967-2181-04BE-A61F-4F2209D9177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7DF367-7F3B-5191-38C2-91A1833AEB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52C121-7ACA-DB38-4717-4452F0AA0A6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8A40A40-E538-3F45-8FF7-582642F932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C0256E2-789A-B75A-C478-C47E1C91F68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B4E366B-5451-B2A3-04AF-6A8ABD9B7C92}"/>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8" name="Footer Placeholder 7">
            <a:extLst>
              <a:ext uri="{FF2B5EF4-FFF2-40B4-BE49-F238E27FC236}">
                <a16:creationId xmlns:a16="http://schemas.microsoft.com/office/drawing/2014/main" id="{4AEB46AD-9C9E-B068-D199-F55C73BA99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FC7B62-4939-E456-42DB-871D495FA0D8}"/>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2556134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2C958-A46B-53B6-17F9-06FDD000F7B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151E8D4-3DEC-0B38-613F-E6856F00039B}"/>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4" name="Footer Placeholder 3">
            <a:extLst>
              <a:ext uri="{FF2B5EF4-FFF2-40B4-BE49-F238E27FC236}">
                <a16:creationId xmlns:a16="http://schemas.microsoft.com/office/drawing/2014/main" id="{9099083A-E9D2-6E82-46EF-E7DB65C713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0C18B7-0C32-CDF7-4B60-9A3A51338A6B}"/>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120528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083EC4-A1D7-7CD4-AA79-176B6058AB8C}"/>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3" name="Footer Placeholder 2">
            <a:extLst>
              <a:ext uri="{FF2B5EF4-FFF2-40B4-BE49-F238E27FC236}">
                <a16:creationId xmlns:a16="http://schemas.microsoft.com/office/drawing/2014/main" id="{07A4EE0C-967F-6155-15BB-BF95305361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BE609-954B-2D51-96B7-041EF7D5248D}"/>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268945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D2AD-4AC1-1B57-A790-A233512A15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E75F64D-B70E-F822-8848-E3FFD25241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1A81FE4-4661-A942-D60E-A6992913D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7913FF-9139-22D2-D22A-1C21EBF75E21}"/>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6" name="Footer Placeholder 5">
            <a:extLst>
              <a:ext uri="{FF2B5EF4-FFF2-40B4-BE49-F238E27FC236}">
                <a16:creationId xmlns:a16="http://schemas.microsoft.com/office/drawing/2014/main" id="{A1D8C4E5-AC44-D2AB-1B51-9CA04A6333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DF2F97-0974-B0DE-B4DE-A1D4E4734A1E}"/>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512967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0881-4B44-AA52-4488-BBA538D5AB8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D567253-018A-75BC-D574-0ED71D0C50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5902F6-9A1B-B6E1-60F3-74D967F2A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EB76556-B6AC-E5D0-3254-DBCFFEB8E537}"/>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6" name="Footer Placeholder 5">
            <a:extLst>
              <a:ext uri="{FF2B5EF4-FFF2-40B4-BE49-F238E27FC236}">
                <a16:creationId xmlns:a16="http://schemas.microsoft.com/office/drawing/2014/main" id="{C4AED101-7C36-DE73-DD87-A055C26DDA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1C6A9-B744-6C39-8ED8-E6145243010F}"/>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3652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058B-0DE0-69DD-7D70-AF55533A7CF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224248-5468-1704-78EB-7EDC87CF0CE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6602634-6813-B79A-B1E3-39633AC14D4D}"/>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474971F4-BA53-D73D-B6A3-30B91B211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C0827-18D8-120F-5431-23F9D110B84F}"/>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321606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1DFC7E-74E6-4913-62AE-6650937BB8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843614-2081-90A9-9F44-B717875E867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2644A4D-628F-01D5-002C-5E783C6885FB}"/>
              </a:ext>
            </a:extLst>
          </p:cNvPr>
          <p:cNvSpPr>
            <a:spLocks noGrp="1"/>
          </p:cNvSpPr>
          <p:nvPr>
            <p:ph type="dt" sz="half" idx="10"/>
          </p:nvPr>
        </p:nvSpPr>
        <p:spPr/>
        <p:txBody>
          <a:body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C6CAC202-85EE-CBC7-1F0E-F0B404E4E0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21BE23-9B64-14C3-6DC3-D05239327EBD}"/>
              </a:ext>
            </a:extLst>
          </p:cNvPr>
          <p:cNvSpPr>
            <a:spLocks noGrp="1"/>
          </p:cNvSpPr>
          <p:nvPr>
            <p:ph type="sldNum" sz="quarter" idx="12"/>
          </p:nvPr>
        </p:nvSpPr>
        <p:spPr/>
        <p:txBody>
          <a:bodyPr/>
          <a:lstStyle/>
          <a:p>
            <a:fld id="{A7574689-C849-9349-BD44-EE189AAADE2E}" type="slidenum">
              <a:rPr lang="en-US" smtClean="0"/>
              <a:t>‹#›</a:t>
            </a:fld>
            <a:endParaRPr lang="en-US"/>
          </a:p>
        </p:txBody>
      </p:sp>
    </p:spTree>
    <p:extLst>
      <p:ext uri="{BB962C8B-B14F-4D97-AF65-F5344CB8AC3E}">
        <p14:creationId xmlns:p14="http://schemas.microsoft.com/office/powerpoint/2010/main" val="79139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55A1F-8F73-0806-112D-735CEC6E87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D03E51-BBC8-1DF8-3331-10DE17616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04F94F9-8724-930A-7322-62A5D27022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A9626E-3D3E-E54D-B225-B66EE492AFBF}" type="datetimeFigureOut">
              <a:rPr lang="en-US" smtClean="0"/>
              <a:t>10/9/23</a:t>
            </a:fld>
            <a:endParaRPr lang="en-US"/>
          </a:p>
        </p:txBody>
      </p:sp>
      <p:sp>
        <p:nvSpPr>
          <p:cNvPr id="5" name="Footer Placeholder 4">
            <a:extLst>
              <a:ext uri="{FF2B5EF4-FFF2-40B4-BE49-F238E27FC236}">
                <a16:creationId xmlns:a16="http://schemas.microsoft.com/office/drawing/2014/main" id="{17DA9795-EE70-12DF-B253-572F269DF7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38CD21-DC39-B45D-CF8E-C4BF05DC63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574689-C849-9349-BD44-EE189AAADE2E}" type="slidenum">
              <a:rPr lang="en-US" smtClean="0"/>
              <a:t>‹#›</a:t>
            </a:fld>
            <a:endParaRPr lang="en-US"/>
          </a:p>
        </p:txBody>
      </p:sp>
    </p:spTree>
    <p:extLst>
      <p:ext uri="{BB962C8B-B14F-4D97-AF65-F5344CB8AC3E}">
        <p14:creationId xmlns:p14="http://schemas.microsoft.com/office/powerpoint/2010/main" val="3275751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17/06/relationships/model3d" Target="../media/model3d1.glb"/></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microsoft.com/office/2017/06/relationships/model3d" Target="../media/model3d1.glb"/></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80.png"/><Relationship Id="rId18" Type="http://schemas.openxmlformats.org/officeDocument/2006/relationships/image" Target="../media/image12.png"/><Relationship Id="rId3" Type="http://schemas.microsoft.com/office/2007/relationships/hdphoto" Target="../media/hdphoto2.wdp"/><Relationship Id="rId21" Type="http://schemas.openxmlformats.org/officeDocument/2006/relationships/image" Target="../media/image14.svg"/><Relationship Id="rId7" Type="http://schemas.openxmlformats.org/officeDocument/2006/relationships/image" Target="../media/image50.png"/><Relationship Id="rId12" Type="http://schemas.openxmlformats.org/officeDocument/2006/relationships/image" Target="../media/image9.png"/><Relationship Id="rId17" Type="http://schemas.openxmlformats.org/officeDocument/2006/relationships/image" Target="../media/image100.png"/><Relationship Id="rId2" Type="http://schemas.openxmlformats.org/officeDocument/2006/relationships/image" Target="../media/image4.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70.png"/><Relationship Id="rId5" Type="http://schemas.openxmlformats.org/officeDocument/2006/relationships/image" Target="../media/image5.png"/><Relationship Id="rId15" Type="http://schemas.openxmlformats.org/officeDocument/2006/relationships/image" Target="../media/image90.png"/><Relationship Id="rId10" Type="http://schemas.openxmlformats.org/officeDocument/2006/relationships/image" Target="../media/image8.png"/><Relationship Id="rId19" Type="http://schemas.openxmlformats.org/officeDocument/2006/relationships/image" Target="../media/image110.png"/><Relationship Id="rId4" Type="http://schemas.microsoft.com/office/2017/06/relationships/model3d" Target="../media/model3d1.glb"/><Relationship Id="rId9" Type="http://schemas.openxmlformats.org/officeDocument/2006/relationships/image" Target="../media/image60.png"/><Relationship Id="rId14" Type="http://schemas.openxmlformats.org/officeDocument/2006/relationships/image" Target="../media/image10.png"/><Relationship Id="rId22"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80.png"/><Relationship Id="rId18" Type="http://schemas.openxmlformats.org/officeDocument/2006/relationships/image" Target="../media/image12.png"/><Relationship Id="rId3" Type="http://schemas.microsoft.com/office/2007/relationships/hdphoto" Target="../media/hdphoto3.wdp"/><Relationship Id="rId21" Type="http://schemas.openxmlformats.org/officeDocument/2006/relationships/image" Target="../media/image14.svg"/><Relationship Id="rId7" Type="http://schemas.openxmlformats.org/officeDocument/2006/relationships/image" Target="../media/image50.png"/><Relationship Id="rId12" Type="http://schemas.openxmlformats.org/officeDocument/2006/relationships/image" Target="../media/image9.png"/><Relationship Id="rId17" Type="http://schemas.openxmlformats.org/officeDocument/2006/relationships/image" Target="../media/image100.png"/><Relationship Id="rId2" Type="http://schemas.openxmlformats.org/officeDocument/2006/relationships/image" Target="../media/image16.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70.png"/><Relationship Id="rId5" Type="http://schemas.openxmlformats.org/officeDocument/2006/relationships/image" Target="../media/image5.png"/><Relationship Id="rId15" Type="http://schemas.openxmlformats.org/officeDocument/2006/relationships/image" Target="../media/image90.png"/><Relationship Id="rId10" Type="http://schemas.openxmlformats.org/officeDocument/2006/relationships/image" Target="../media/image8.png"/><Relationship Id="rId19" Type="http://schemas.openxmlformats.org/officeDocument/2006/relationships/image" Target="../media/image110.png"/><Relationship Id="rId4" Type="http://schemas.microsoft.com/office/2017/06/relationships/model3d" Target="../media/model3d1.glb"/><Relationship Id="rId9" Type="http://schemas.openxmlformats.org/officeDocument/2006/relationships/image" Target="../media/image60.png"/><Relationship Id="rId14" Type="http://schemas.openxmlformats.org/officeDocument/2006/relationships/image" Target="../media/image10.png"/><Relationship Id="rId22"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10.png"/><Relationship Id="rId18" Type="http://schemas.openxmlformats.org/officeDocument/2006/relationships/image" Target="../media/image110.png"/><Relationship Id="rId3" Type="http://schemas.microsoft.com/office/2017/06/relationships/model3d" Target="../media/model3d1.glb"/><Relationship Id="rId21" Type="http://schemas.openxmlformats.org/officeDocument/2006/relationships/image" Target="../media/image15.svg"/><Relationship Id="rId7" Type="http://schemas.openxmlformats.org/officeDocument/2006/relationships/image" Target="../media/image7.png"/><Relationship Id="rId12" Type="http://schemas.openxmlformats.org/officeDocument/2006/relationships/image" Target="../media/image80.png"/><Relationship Id="rId17" Type="http://schemas.openxmlformats.org/officeDocument/2006/relationships/image" Target="../media/image12.png"/><Relationship Id="rId2" Type="http://schemas.openxmlformats.org/officeDocument/2006/relationships/image" Target="../media/image17.png"/><Relationship Id="rId16" Type="http://schemas.openxmlformats.org/officeDocument/2006/relationships/image" Target="../media/image100.png"/><Relationship Id="rId20"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image" Target="../media/image70.png"/><Relationship Id="rId19"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90.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80.png"/><Relationship Id="rId18" Type="http://schemas.openxmlformats.org/officeDocument/2006/relationships/image" Target="../media/image12.png"/><Relationship Id="rId3" Type="http://schemas.microsoft.com/office/2007/relationships/hdphoto" Target="../media/hdphoto3.wdp"/><Relationship Id="rId21" Type="http://schemas.openxmlformats.org/officeDocument/2006/relationships/image" Target="../media/image14.svg"/><Relationship Id="rId7" Type="http://schemas.openxmlformats.org/officeDocument/2006/relationships/image" Target="../media/image50.png"/><Relationship Id="rId12" Type="http://schemas.openxmlformats.org/officeDocument/2006/relationships/image" Target="../media/image9.png"/><Relationship Id="rId17" Type="http://schemas.openxmlformats.org/officeDocument/2006/relationships/image" Target="../media/image100.png"/><Relationship Id="rId2" Type="http://schemas.openxmlformats.org/officeDocument/2006/relationships/image" Target="../media/image18.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70.png"/><Relationship Id="rId5" Type="http://schemas.openxmlformats.org/officeDocument/2006/relationships/image" Target="../media/image5.png"/><Relationship Id="rId15" Type="http://schemas.openxmlformats.org/officeDocument/2006/relationships/image" Target="../media/image90.png"/><Relationship Id="rId10" Type="http://schemas.openxmlformats.org/officeDocument/2006/relationships/image" Target="../media/image8.png"/><Relationship Id="rId19" Type="http://schemas.openxmlformats.org/officeDocument/2006/relationships/image" Target="../media/image110.png"/><Relationship Id="rId4" Type="http://schemas.microsoft.com/office/2017/06/relationships/model3d" Target="../media/model3d1.glb"/><Relationship Id="rId9" Type="http://schemas.openxmlformats.org/officeDocument/2006/relationships/image" Target="../media/image60.png"/><Relationship Id="rId14" Type="http://schemas.openxmlformats.org/officeDocument/2006/relationships/image" Target="../media/image10.png"/><Relationship Id="rId22" Type="http://schemas.openxmlformats.org/officeDocument/2006/relationships/image" Target="../media/image15.sv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3.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6.jpg"/><Relationship Id="rId5" Type="http://schemas.openxmlformats.org/officeDocument/2006/relationships/image" Target="../media/image25.png"/><Relationship Id="rId4" Type="http://schemas.microsoft.com/office/2007/relationships/hdphoto" Target="../media/hdphoto5.wdp"/><Relationship Id="rId9" Type="http://schemas.openxmlformats.org/officeDocument/2006/relationships/image" Target="../media/image23.jpg"/></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t="15110" r="1250" b="1060"/>
          <a:stretch/>
        </p:blipFill>
        <p:spPr>
          <a:xfrm>
            <a:off x="19" y="1282"/>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5" y="0"/>
            <a:ext cx="184731" cy="2000548"/>
          </a:xfrm>
          <a:prstGeom prst="rect">
            <a:avLst/>
          </a:prstGeom>
          <a:noFill/>
        </p:spPr>
        <p:txBody>
          <a:bodyPr wrap="non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00" b="0" i="0" u="sng"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Aharoni" panose="02010803020104030203" pitchFamily="2" charset="-79"/>
              <a:ea typeface="+mn-ea"/>
              <a:cs typeface="Aharoni" panose="02010803020104030203" pitchFamily="2" charset="-79"/>
            </a:endParaRP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5150869" y="-907917"/>
            <a:ext cx="184731" cy="769441"/>
          </a:xfrm>
          <a:prstGeom prst="rect">
            <a:avLst/>
          </a:prstGeom>
          <a:noFill/>
        </p:spPr>
        <p:txBody>
          <a:bodyPr wrap="none" rtlCol="0">
            <a:spAutoFit/>
          </a:bodyPr>
          <a:lstStyle/>
          <a:p>
            <a:endParaRPr lang="en-US" sz="4400" dirty="0">
              <a:latin typeface="Bernard MT Condensed" panose="02050806060905020404" pitchFamily="18" charset="77"/>
            </a:endParaRPr>
          </a:p>
        </p:txBody>
      </p:sp>
      <mc:AlternateContent xmlns:mc="http://schemas.openxmlformats.org/markup-compatibility/2006">
        <mc:Choice xmlns:am3d="http://schemas.microsoft.com/office/drawing/2017/model3d" Requires="am3d">
          <p:graphicFrame>
            <p:nvGraphicFramePr>
              <p:cNvPr id="28" name="3D Model 27" descr="Give this head a face">
                <a:extLst>
                  <a:ext uri="{FF2B5EF4-FFF2-40B4-BE49-F238E27FC236}">
                    <a16:creationId xmlns:a16="http://schemas.microsoft.com/office/drawing/2014/main" id="{DF62DD40-82DA-8E18-4E69-5E9EAD32CEE6}"/>
                  </a:ext>
                </a:extLst>
              </p:cNvPr>
              <p:cNvGraphicFramePr>
                <a:graphicFrameLocks noChangeAspect="1"/>
              </p:cNvGraphicFramePr>
              <p:nvPr>
                <p:extLst>
                  <p:ext uri="{D42A27DB-BD31-4B8C-83A1-F6EECF244321}">
                    <p14:modId xmlns:p14="http://schemas.microsoft.com/office/powerpoint/2010/main" val="1050775951"/>
                  </p:ext>
                </p:extLst>
              </p:nvPr>
            </p:nvGraphicFramePr>
            <p:xfrm>
              <a:off x="1534125" y="-2655"/>
              <a:ext cx="1625682" cy="2500319"/>
            </p:xfrm>
            <a:graphic>
              <a:graphicData uri="http://schemas.microsoft.com/office/drawing/2017/model3d">
                <am3d:model3d r:embed="rId4">
                  <am3d:spPr>
                    <a:xfrm>
                      <a:off x="0" y="0"/>
                      <a:ext cx="1625682" cy="2500319"/>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m3d:postTrans dx="0" dy="0" dz="0"/>
                  </am3d:trans>
                  <am3d:raster rName="Office3DRenderer" rVer="16.0.8326">
                    <am3d:blip r:embed="rId5"/>
                  </am3d:raster>
                  <am3d:objViewport viewportSz="343199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3D Model 27" descr="Give this head a face">
                <a:extLst>
                  <a:ext uri="{FF2B5EF4-FFF2-40B4-BE49-F238E27FC236}">
                    <a16:creationId xmlns:a16="http://schemas.microsoft.com/office/drawing/2014/main" id="{DF62DD40-82DA-8E18-4E69-5E9EAD32CEE6}"/>
                  </a:ext>
                </a:extLst>
              </p:cNvPr>
              <p:cNvPicPr>
                <a:picLocks noGrp="1" noRot="1" noChangeAspect="1" noMove="1" noResize="1" noEditPoints="1" noAdjustHandles="1" noChangeArrowheads="1" noChangeShapeType="1" noCrop="1"/>
              </p:cNvPicPr>
              <p:nvPr/>
            </p:nvPicPr>
            <p:blipFill>
              <a:blip r:embed="rId5"/>
              <a:stretch>
                <a:fillRect/>
              </a:stretch>
            </p:blipFill>
            <p:spPr>
              <a:xfrm>
                <a:off x="1534125" y="-2655"/>
                <a:ext cx="1625682" cy="2500319"/>
              </a:xfrm>
              <a:prstGeom prst="rect">
                <a:avLst/>
              </a:prstGeom>
            </p:spPr>
          </p:pic>
        </mc:Fallback>
      </mc:AlternateContent>
      <p:sp>
        <p:nvSpPr>
          <p:cNvPr id="32" name="TextBox 31">
            <a:extLst>
              <a:ext uri="{FF2B5EF4-FFF2-40B4-BE49-F238E27FC236}">
                <a16:creationId xmlns:a16="http://schemas.microsoft.com/office/drawing/2014/main" id="{2E64B114-9C3B-6984-011C-5AE4C2E00A85}"/>
              </a:ext>
            </a:extLst>
          </p:cNvPr>
          <p:cNvSpPr txBox="1"/>
          <p:nvPr/>
        </p:nvSpPr>
        <p:spPr>
          <a:xfrm>
            <a:off x="3547065" y="2307841"/>
            <a:ext cx="6245352" cy="34778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ea typeface="+mn-ea"/>
                <a:cs typeface="Aharoni" panose="02010803020104030203" pitchFamily="2" charset="-79"/>
              </a:rPr>
              <a:t>K I N E S I C 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outerShdw blurRad="50800" dist="38100" dir="16200000" rotWithShape="0">
                  <a:prstClr val="black">
                    <a:alpha val="40000"/>
                  </a:prstClr>
                </a:outerShdw>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00" b="0" i="0" u="none"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ookman Old Style" panose="02050604050505020204" pitchFamily="18" charset="0"/>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outerShdw blurRad="50800" dist="38100" dir="16200000" rotWithShape="0">
                  <a:prstClr val="black">
                    <a:alpha val="40000"/>
                  </a:prstClr>
                </a:outerShdw>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C79DDCE1-B5E9-5315-E8AE-FF87CCAB619D}"/>
              </a:ext>
            </a:extLst>
          </p:cNvPr>
          <p:cNvSpPr txBox="1"/>
          <p:nvPr/>
        </p:nvSpPr>
        <p:spPr>
          <a:xfrm>
            <a:off x="4332086" y="-907917"/>
            <a:ext cx="3724096" cy="104644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1" u="none" strike="noStrike" kern="1200" cap="none" spc="0" normalizeH="0" baseline="0" noProof="0" dirty="0">
                <a:ln>
                  <a:noFill/>
                </a:ln>
                <a:solidFill>
                  <a:prstClr val="black"/>
                </a:solidFill>
                <a:effectLst/>
                <a:uLnTx/>
                <a:uFillTx/>
                <a:latin typeface="Lucida Fax" panose="02060602050505020204" pitchFamily="18" charset="77"/>
                <a:ea typeface="+mn-ea"/>
                <a:cs typeface="+mn-cs"/>
              </a:rPr>
              <a:t>O U T L I N E</a:t>
            </a:r>
          </a:p>
          <a:p>
            <a:endParaRPr lang="en-US" dirty="0"/>
          </a:p>
        </p:txBody>
      </p:sp>
    </p:spTree>
    <p:extLst>
      <p:ext uri="{BB962C8B-B14F-4D97-AF65-F5344CB8AC3E}">
        <p14:creationId xmlns:p14="http://schemas.microsoft.com/office/powerpoint/2010/main" val="347213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t="15110" r="1250" b="1060"/>
          <a:stretch/>
        </p:blipFill>
        <p:spPr>
          <a:xfrm>
            <a:off x="19" y="-2655"/>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5" y="0"/>
            <a:ext cx="184731" cy="2000548"/>
          </a:xfrm>
          <a:prstGeom prst="rect">
            <a:avLst/>
          </a:prstGeom>
          <a:noFill/>
        </p:spPr>
        <p:txBody>
          <a:bodyPr wrap="non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00" b="0" i="0" u="sng"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Aharoni" panose="02010803020104030203" pitchFamily="2" charset="-79"/>
              <a:ea typeface="+mn-ea"/>
              <a:cs typeface="Aharoni" panose="02010803020104030203" pitchFamily="2" charset="-79"/>
            </a:endParaRP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5150869" y="-907917"/>
            <a:ext cx="184731" cy="769441"/>
          </a:xfrm>
          <a:prstGeom prst="rect">
            <a:avLst/>
          </a:prstGeom>
          <a:noFill/>
        </p:spPr>
        <p:txBody>
          <a:bodyPr wrap="none" rtlCol="0">
            <a:spAutoFit/>
          </a:bodyPr>
          <a:lstStyle/>
          <a:p>
            <a:endParaRPr lang="en-US" sz="4400" dirty="0">
              <a:latin typeface="Bernard MT Condensed" panose="02050806060905020404" pitchFamily="18" charset="77"/>
            </a:endParaRPr>
          </a:p>
        </p:txBody>
      </p:sp>
      <mc:AlternateContent xmlns:mc="http://schemas.openxmlformats.org/markup-compatibility/2006">
        <mc:Choice xmlns:am3d="http://schemas.microsoft.com/office/drawing/2017/model3d" Requires="am3d">
          <p:graphicFrame>
            <p:nvGraphicFramePr>
              <p:cNvPr id="28" name="3D Model 27" descr="Give this head a face">
                <a:extLst>
                  <a:ext uri="{FF2B5EF4-FFF2-40B4-BE49-F238E27FC236}">
                    <a16:creationId xmlns:a16="http://schemas.microsoft.com/office/drawing/2014/main" id="{DF62DD40-82DA-8E18-4E69-5E9EAD32CEE6}"/>
                  </a:ext>
                </a:extLst>
              </p:cNvPr>
              <p:cNvGraphicFramePr>
                <a:graphicFrameLocks noChangeAspect="1"/>
              </p:cNvGraphicFramePr>
              <p:nvPr/>
            </p:nvGraphicFramePr>
            <p:xfrm>
              <a:off x="1534125" y="-2655"/>
              <a:ext cx="1625682" cy="2500319"/>
            </p:xfrm>
            <a:graphic>
              <a:graphicData uri="http://schemas.microsoft.com/office/drawing/2017/model3d">
                <am3d:model3d r:embed="rId4">
                  <am3d:spPr>
                    <a:xfrm>
                      <a:off x="0" y="0"/>
                      <a:ext cx="1625682" cy="2500319"/>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m3d:postTrans dx="0" dy="0" dz="0"/>
                  </am3d:trans>
                  <am3d:raster rName="Office3DRenderer" rVer="16.0.8326">
                    <am3d:blip r:embed="rId5"/>
                  </am3d:raster>
                  <am3d:objViewport viewportSz="343199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3D Model 27" descr="Give this head a face">
                <a:extLst>
                  <a:ext uri="{FF2B5EF4-FFF2-40B4-BE49-F238E27FC236}">
                    <a16:creationId xmlns:a16="http://schemas.microsoft.com/office/drawing/2014/main" id="{DF62DD40-82DA-8E18-4E69-5E9EAD32CEE6}"/>
                  </a:ext>
                </a:extLst>
              </p:cNvPr>
              <p:cNvPicPr>
                <a:picLocks noGrp="1" noRot="1" noChangeAspect="1" noMove="1" noResize="1" noEditPoints="1" noAdjustHandles="1" noChangeArrowheads="1" noChangeShapeType="1" noCrop="1"/>
              </p:cNvPicPr>
              <p:nvPr/>
            </p:nvPicPr>
            <p:blipFill>
              <a:blip r:embed="rId5"/>
              <a:stretch>
                <a:fillRect/>
              </a:stretch>
            </p:blipFill>
            <p:spPr>
              <a:xfrm>
                <a:off x="1534125" y="-2655"/>
                <a:ext cx="1625682" cy="2500319"/>
              </a:xfrm>
              <a:prstGeom prst="rect">
                <a:avLst/>
              </a:prstGeom>
            </p:spPr>
          </p:pic>
        </mc:Fallback>
      </mc:AlternateContent>
      <p:sp>
        <p:nvSpPr>
          <p:cNvPr id="32" name="TextBox 31">
            <a:extLst>
              <a:ext uri="{FF2B5EF4-FFF2-40B4-BE49-F238E27FC236}">
                <a16:creationId xmlns:a16="http://schemas.microsoft.com/office/drawing/2014/main" id="{2E64B114-9C3B-6984-011C-5AE4C2E00A85}"/>
              </a:ext>
            </a:extLst>
          </p:cNvPr>
          <p:cNvSpPr txBox="1"/>
          <p:nvPr/>
        </p:nvSpPr>
        <p:spPr>
          <a:xfrm>
            <a:off x="3547065" y="276999"/>
            <a:ext cx="6245352" cy="34778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uLnTx/>
              <a:uFillTx/>
              <a:latin typeface="Aharoni" panose="02010803020104030203" pitchFamily="2" charset="-79"/>
              <a:ea typeface="+mn-ea"/>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ea typeface="+mn-ea"/>
                <a:cs typeface="Aharoni" panose="02010803020104030203" pitchFamily="2" charset="-79"/>
              </a:rPr>
              <a:t>K I N E S I C 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outerShdw blurRad="50800" dist="38100" dir="16200000" rotWithShape="0">
                  <a:prstClr val="black">
                    <a:alpha val="40000"/>
                  </a:prstClr>
                </a:outerShdw>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00" b="0" i="0" u="none"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ookman Old Style" panose="02050604050505020204" pitchFamily="18" charset="0"/>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dirty="0">
              <a:ln>
                <a:noFill/>
              </a:ln>
              <a:solidFill>
                <a:prstClr val="black"/>
              </a:solidFill>
              <a:effectLst>
                <a:outerShdw blurRad="50800" dist="38100" dir="16200000" rotWithShape="0">
                  <a:prstClr val="black">
                    <a:alpha val="40000"/>
                  </a:prstClr>
                </a:outerShdw>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C79DDCE1-B5E9-5315-E8AE-FF87CCAB619D}"/>
              </a:ext>
            </a:extLst>
          </p:cNvPr>
          <p:cNvSpPr txBox="1"/>
          <p:nvPr/>
        </p:nvSpPr>
        <p:spPr>
          <a:xfrm>
            <a:off x="4332086" y="-907917"/>
            <a:ext cx="3724096" cy="104644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1" u="none" strike="noStrike" kern="1200" cap="none" spc="0" normalizeH="0" baseline="0" noProof="0" dirty="0">
                <a:ln>
                  <a:noFill/>
                </a:ln>
                <a:solidFill>
                  <a:prstClr val="black"/>
                </a:solidFill>
                <a:effectLst/>
                <a:uLnTx/>
                <a:uFillTx/>
                <a:latin typeface="Lucida Fax" panose="02060602050505020204" pitchFamily="18" charset="77"/>
                <a:ea typeface="+mn-ea"/>
                <a:cs typeface="+mn-cs"/>
              </a:rPr>
              <a:t>O U T L I N E</a:t>
            </a:r>
          </a:p>
          <a:p>
            <a:endParaRPr lang="en-US" dirty="0"/>
          </a:p>
        </p:txBody>
      </p:sp>
      <p:sp>
        <p:nvSpPr>
          <p:cNvPr id="3" name="TextBox 2">
            <a:extLst>
              <a:ext uri="{FF2B5EF4-FFF2-40B4-BE49-F238E27FC236}">
                <a16:creationId xmlns:a16="http://schemas.microsoft.com/office/drawing/2014/main" id="{3653B126-DFEB-608D-65F1-901853206704}"/>
              </a:ext>
            </a:extLst>
          </p:cNvPr>
          <p:cNvSpPr txBox="1"/>
          <p:nvPr/>
        </p:nvSpPr>
        <p:spPr>
          <a:xfrm>
            <a:off x="0" y="2497664"/>
            <a:ext cx="12203314" cy="4801314"/>
          </a:xfrm>
          <a:prstGeom prst="rect">
            <a:avLst/>
          </a:prstGeom>
          <a:noFill/>
        </p:spPr>
        <p:txBody>
          <a:bodyPr wrap="square" rtlCol="0">
            <a:spAutoFit/>
          </a:bodyPr>
          <a:lstStyle/>
          <a:p>
            <a:r>
              <a:rPr lang="en-GB" u="sng" dirty="0">
                <a:latin typeface="Baskerville Old Face" panose="02020602080505020303" pitchFamily="18" charset="0"/>
              </a:rPr>
              <a:t>GROUP 7</a:t>
            </a:r>
          </a:p>
          <a:p>
            <a:r>
              <a:rPr lang="en-GB" dirty="0">
                <a:latin typeface="Lucida Fax" panose="02060602050505020204" pitchFamily="18" charset="0"/>
              </a:rPr>
              <a:t>Ridhima Arora – M23BBAU0162 (Research on Kinesics Cues)</a:t>
            </a:r>
          </a:p>
          <a:p>
            <a:endParaRPr lang="en-GB" dirty="0">
              <a:latin typeface="Lucida Fax" panose="02060602050505020204" pitchFamily="18" charset="0"/>
            </a:endParaRPr>
          </a:p>
          <a:p>
            <a:r>
              <a:rPr lang="en-GB" dirty="0">
                <a:latin typeface="Lucida Fax" panose="02060602050505020204" pitchFamily="18" charset="0"/>
              </a:rPr>
              <a:t>Shubham Kumar – M23BBAU0163 (Research on Cultural differences in Kinesics)</a:t>
            </a:r>
          </a:p>
          <a:p>
            <a:r>
              <a:rPr lang="en-GB" dirty="0">
                <a:latin typeface="Lucida Fax" panose="02060602050505020204" pitchFamily="18" charset="0"/>
              </a:rPr>
              <a:t> </a:t>
            </a:r>
          </a:p>
          <a:p>
            <a:r>
              <a:rPr lang="en-GB" dirty="0">
                <a:latin typeface="Lucida Fax" panose="02060602050505020204" pitchFamily="18" charset="0"/>
              </a:rPr>
              <a:t>Suryansh Raj Patel – M23BBAU0164 (PPT Idea &amp; Design, Graphics, minor research about Overview of Kinesics)</a:t>
            </a:r>
          </a:p>
          <a:p>
            <a:endParaRPr lang="en-GB" dirty="0">
              <a:latin typeface="Lucida Fax" panose="02060602050505020204" pitchFamily="18" charset="0"/>
            </a:endParaRPr>
          </a:p>
          <a:p>
            <a:r>
              <a:rPr lang="en-GB" dirty="0">
                <a:latin typeface="Lucida Fax" panose="02060602050505020204" pitchFamily="18" charset="0"/>
              </a:rPr>
              <a:t>Utkarsh Kumar – M23BBAU0165 (Research on Categories of Kinesics)</a:t>
            </a:r>
          </a:p>
          <a:p>
            <a:endParaRPr lang="en-GB" dirty="0">
              <a:latin typeface="Lucida Fax" panose="02060602050505020204" pitchFamily="18" charset="0"/>
            </a:endParaRPr>
          </a:p>
          <a:p>
            <a:r>
              <a:rPr lang="en-GB" dirty="0">
                <a:latin typeface="Lucida Fax" panose="02060602050505020204" pitchFamily="18" charset="0"/>
              </a:rPr>
              <a:t>Anwita Chauhan – M23BBAU0166 (Team Leader/Management, Data Compilation)</a:t>
            </a:r>
          </a:p>
          <a:p>
            <a:endParaRPr lang="en-GB" dirty="0">
              <a:latin typeface="Lucida Fax" panose="02060602050505020204" pitchFamily="18" charset="0"/>
            </a:endParaRPr>
          </a:p>
          <a:p>
            <a:r>
              <a:rPr lang="en-GB" dirty="0">
                <a:latin typeface="Lucida Fax" panose="02060602050505020204" pitchFamily="18" charset="0"/>
              </a:rPr>
              <a:t>Bhavya Gupta – M23BBAU0167 (Research on Need of Kinesics)</a:t>
            </a:r>
          </a:p>
          <a:p>
            <a:endParaRPr lang="en-GB" dirty="0">
              <a:latin typeface="Lucida Fax" panose="02060602050505020204" pitchFamily="18" charset="0"/>
            </a:endParaRPr>
          </a:p>
          <a:p>
            <a:r>
              <a:rPr lang="en-GB" dirty="0">
                <a:latin typeface="Lucida Fax" panose="02060602050505020204" pitchFamily="18" charset="0"/>
              </a:rPr>
              <a:t>Uday Kapoor – M23BBAU0168 (Research on Categories of Kinesics)</a:t>
            </a:r>
          </a:p>
          <a:p>
            <a:endParaRPr lang="en-GB" dirty="0">
              <a:latin typeface="Lucida Fax" panose="02060602050505020204" pitchFamily="18" charset="0"/>
            </a:endParaRPr>
          </a:p>
          <a:p>
            <a:endParaRPr lang="en-IN" dirty="0"/>
          </a:p>
        </p:txBody>
      </p:sp>
    </p:spTree>
    <p:extLst>
      <p:ext uri="{BB962C8B-B14F-4D97-AF65-F5344CB8AC3E}">
        <p14:creationId xmlns:p14="http://schemas.microsoft.com/office/powerpoint/2010/main" val="3911969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Lst>
          </a:blip>
          <a:srcRect t="15110" r="1250" b="1060"/>
          <a:stretch/>
        </p:blipFill>
        <p:spPr>
          <a:xfrm>
            <a:off x="19" y="1282"/>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4" y="0"/>
            <a:ext cx="5103160" cy="1569660"/>
          </a:xfrm>
          <a:prstGeom prst="rect">
            <a:avLst/>
          </a:prstGeom>
          <a:noFill/>
        </p:spPr>
        <p:txBody>
          <a:bodyPr wrap="squar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cs typeface="Aharoni" panose="02010803020104030203" pitchFamily="2" charset="-79"/>
              </a:rPr>
              <a:t>K I N E S I C S</a:t>
            </a: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4389174" y="1184939"/>
            <a:ext cx="4261050" cy="769441"/>
          </a:xfrm>
          <a:prstGeom prst="rect">
            <a:avLst/>
          </a:prstGeom>
          <a:noFill/>
        </p:spPr>
        <p:txBody>
          <a:bodyPr wrap="square" rtlCol="0">
            <a:spAutoFit/>
          </a:bodyPr>
          <a:lstStyle/>
          <a:p>
            <a:r>
              <a:rPr lang="en-US" sz="4400" i="1" dirty="0">
                <a:latin typeface="Lucida Fax" panose="02060602050505020204" pitchFamily="18" charset="77"/>
              </a:rPr>
              <a:t>O U T L I N E</a:t>
            </a:r>
          </a:p>
        </p:txBody>
      </p:sp>
      <mc:AlternateContent xmlns:mc="http://schemas.openxmlformats.org/markup-compatibility/2006">
        <mc:Choice xmlns:am3d="http://schemas.microsoft.com/office/drawing/2017/model3d" Requires="am3d">
          <p:graphicFrame>
            <p:nvGraphicFramePr>
              <p:cNvPr id="2" name="3D Model 1" descr="Give this head a face">
                <a:extLst>
                  <a:ext uri="{FF2B5EF4-FFF2-40B4-BE49-F238E27FC236}">
                    <a16:creationId xmlns:a16="http://schemas.microsoft.com/office/drawing/2014/main" id="{99B2B1AB-A056-16E0-A8D2-AC5DFDC4E5D5}"/>
                  </a:ext>
                </a:extLst>
              </p:cNvPr>
              <p:cNvGraphicFramePr>
                <a:graphicFrameLocks noChangeAspect="1"/>
              </p:cNvGraphicFramePr>
              <p:nvPr>
                <p:extLst>
                  <p:ext uri="{D42A27DB-BD31-4B8C-83A1-F6EECF244321}">
                    <p14:modId xmlns:p14="http://schemas.microsoft.com/office/powerpoint/2010/main" val="2589901452"/>
                  </p:ext>
                </p:extLst>
              </p:nvPr>
            </p:nvGraphicFramePr>
            <p:xfrm>
              <a:off x="1325722" y="129512"/>
              <a:ext cx="2334068" cy="2735012"/>
            </p:xfrm>
            <a:graphic>
              <a:graphicData uri="http://schemas.microsoft.com/office/drawing/2017/model3d">
                <am3d:model3d r:embed="rId4">
                  <am3d:spPr>
                    <a:xfrm>
                      <a:off x="0" y="0"/>
                      <a:ext cx="2334068" cy="2735012"/>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x="8" ay="2935058" az="5"/>
                    <am3d:postTrans dx="0" dy="0" dz="0"/>
                  </am3d:trans>
                  <am3d:raster rName="Office3DRenderer" rVer="16.0.8326">
                    <am3d:blip r:embed="rId5"/>
                  </am3d:raster>
                  <am3d:objViewport viewportSz="38805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Give this head a face">
                <a:extLst>
                  <a:ext uri="{FF2B5EF4-FFF2-40B4-BE49-F238E27FC236}">
                    <a16:creationId xmlns:a16="http://schemas.microsoft.com/office/drawing/2014/main" id="{99B2B1AB-A056-16E0-A8D2-AC5DFDC4E5D5}"/>
                  </a:ext>
                </a:extLst>
              </p:cNvPr>
              <p:cNvPicPr>
                <a:picLocks noGrp="1" noRot="1" noChangeAspect="1" noMove="1" noResize="1" noEditPoints="1" noAdjustHandles="1" noChangeArrowheads="1" noChangeShapeType="1" noCrop="1"/>
              </p:cNvPicPr>
              <p:nvPr/>
            </p:nvPicPr>
            <p:blipFill>
              <a:blip r:embed="rId5"/>
              <a:stretch>
                <a:fillRect/>
              </a:stretch>
            </p:blipFill>
            <p:spPr>
              <a:xfrm>
                <a:off x="1325722" y="129512"/>
                <a:ext cx="2334068" cy="2735012"/>
              </a:xfrm>
              <a:prstGeom prst="rect">
                <a:avLst/>
              </a:prstGeom>
            </p:spPr>
          </p:pic>
        </mc:Fallback>
      </mc:AlternateContent>
      <p:grpSp>
        <p:nvGrpSpPr>
          <p:cNvPr id="32" name="Group 31">
            <a:extLst>
              <a:ext uri="{FF2B5EF4-FFF2-40B4-BE49-F238E27FC236}">
                <a16:creationId xmlns:a16="http://schemas.microsoft.com/office/drawing/2014/main" id="{1F7162B4-2451-3957-5F12-20CB8BADB4F5}"/>
              </a:ext>
            </a:extLst>
          </p:cNvPr>
          <p:cNvGrpSpPr/>
          <p:nvPr/>
        </p:nvGrpSpPr>
        <p:grpSpPr>
          <a:xfrm>
            <a:off x="4985493" y="2864524"/>
            <a:ext cx="24740718" cy="2039098"/>
            <a:chOff x="4985493" y="2864524"/>
            <a:chExt cx="24740718" cy="2039098"/>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2141BC1-DA1B-F3AD-9933-100AF5B7A4FC}"/>
                    </a:ext>
                  </a:extLst>
                </p:cNvPr>
                <p:cNvGraphicFramePr>
                  <a:graphicFrameLocks noChangeAspect="1"/>
                </p:cNvGraphicFramePr>
                <p:nvPr>
                  <p:extLst>
                    <p:ext uri="{D42A27DB-BD31-4B8C-83A1-F6EECF244321}">
                      <p14:modId xmlns:p14="http://schemas.microsoft.com/office/powerpoint/2010/main" val="2443418955"/>
                    </p:ext>
                  </p:extLst>
                </p:nvPr>
              </p:nvGraphicFramePr>
              <p:xfrm>
                <a:off x="4985493" y="2864524"/>
                <a:ext cx="3266811" cy="2039098"/>
              </p:xfrm>
              <a:graphic>
                <a:graphicData uri="http://schemas.microsoft.com/office/powerpoint/2016/slidezoom">
                  <pslz:sldZm>
                    <pslz:sldZmObj sldId="260" cId="370609756">
                      <pslz:zmPr id="{3DCA6358-30BF-0649-BB47-584EDBC35495}" transitionDur="1000">
                        <p166:blipFill xmlns:p166="http://schemas.microsoft.com/office/powerpoint/2016/6/main">
                          <a:blip r:embed="rId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4" name="Slide Zoom 3">
                  <a:extLst>
                    <a:ext uri="{FF2B5EF4-FFF2-40B4-BE49-F238E27FC236}">
                      <a16:creationId xmlns:a16="http://schemas.microsoft.com/office/drawing/2014/main" id="{12141BC1-DA1B-F3AD-9933-100AF5B7A4FC}"/>
                    </a:ext>
                  </a:extLst>
                </p:cNvPr>
                <p:cNvPicPr>
                  <a:picLocks noGrp="1" noRot="1" noChangeAspect="1" noMove="1" noResize="1" noEditPoints="1" noAdjustHandles="1" noChangeArrowheads="1" noChangeShapeType="1"/>
                </p:cNvPicPr>
                <p:nvPr/>
              </p:nvPicPr>
              <p:blipFill>
                <a:blip r:embed="rId7"/>
                <a:stretch>
                  <a:fillRect/>
                </a:stretch>
              </p:blipFill>
              <p:spPr>
                <a:xfrm>
                  <a:off x="4985493"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FBF80B8-8943-52AB-C5AA-3ED0C462B354}"/>
                    </a:ext>
                  </a:extLst>
                </p:cNvPr>
                <p:cNvGraphicFramePr>
                  <a:graphicFrameLocks noChangeAspect="1"/>
                </p:cNvGraphicFramePr>
                <p:nvPr>
                  <p:extLst>
                    <p:ext uri="{D42A27DB-BD31-4B8C-83A1-F6EECF244321}">
                      <p14:modId xmlns:p14="http://schemas.microsoft.com/office/powerpoint/2010/main" val="4104736813"/>
                    </p:ext>
                  </p:extLst>
                </p:nvPr>
              </p:nvGraphicFramePr>
              <p:xfrm>
                <a:off x="8551979" y="2864524"/>
                <a:ext cx="3266811" cy="2039098"/>
              </p:xfrm>
              <a:graphic>
                <a:graphicData uri="http://schemas.microsoft.com/office/powerpoint/2016/slidezoom">
                  <pslz:sldZm>
                    <pslz:sldZmObj sldId="261" cId="2835018145">
                      <pslz:zmPr id="{9230ABCB-4031-BD48-83D8-2646B94C2061}" transitionDur="1000">
                        <p166:blipFill xmlns:p166="http://schemas.microsoft.com/office/powerpoint/2016/6/main">
                          <a:blip r:embed="rId8"/>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6" name="Slide Zoom 5">
                  <a:extLst>
                    <a:ext uri="{FF2B5EF4-FFF2-40B4-BE49-F238E27FC236}">
                      <a16:creationId xmlns:a16="http://schemas.microsoft.com/office/drawing/2014/main" id="{1FBF80B8-8943-52AB-C5AA-3ED0C462B354}"/>
                    </a:ext>
                  </a:extLst>
                </p:cNvPr>
                <p:cNvPicPr>
                  <a:picLocks noGrp="1" noRot="1" noChangeAspect="1" noMove="1" noResize="1" noEditPoints="1" noAdjustHandles="1" noChangeArrowheads="1" noChangeShapeType="1"/>
                </p:cNvPicPr>
                <p:nvPr/>
              </p:nvPicPr>
              <p:blipFill>
                <a:blip r:embed="rId9"/>
                <a:stretch>
                  <a:fillRect/>
                </a:stretch>
              </p:blipFill>
              <p:spPr>
                <a:xfrm>
                  <a:off x="8551979"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AD0A3DEC-7EEF-CC77-9FCC-681E2F1913E4}"/>
                    </a:ext>
                  </a:extLst>
                </p:cNvPr>
                <p:cNvGraphicFramePr>
                  <a:graphicFrameLocks noChangeAspect="1"/>
                </p:cNvGraphicFramePr>
                <p:nvPr>
                  <p:extLst>
                    <p:ext uri="{D42A27DB-BD31-4B8C-83A1-F6EECF244321}">
                      <p14:modId xmlns:p14="http://schemas.microsoft.com/office/powerpoint/2010/main" val="1292781560"/>
                    </p:ext>
                  </p:extLst>
                </p:nvPr>
              </p:nvGraphicFramePr>
              <p:xfrm>
                <a:off x="12118465" y="2864524"/>
                <a:ext cx="3266811" cy="2039098"/>
              </p:xfrm>
              <a:graphic>
                <a:graphicData uri="http://schemas.microsoft.com/office/powerpoint/2016/slidezoom">
                  <pslz:sldZm>
                    <pslz:sldZmObj sldId="262" cId="2475566245">
                      <pslz:zmPr id="{7235CB18-7255-EB4E-B197-943000BDF2F5}" transitionDur="1000">
                        <p166:blipFill xmlns:p166="http://schemas.microsoft.com/office/powerpoint/2016/6/main">
                          <a:blip r:embed="rId10"/>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8" name="Slide Zoom 7">
                  <a:extLst>
                    <a:ext uri="{FF2B5EF4-FFF2-40B4-BE49-F238E27FC236}">
                      <a16:creationId xmlns:a16="http://schemas.microsoft.com/office/drawing/2014/main" id="{AD0A3DEC-7EEF-CC77-9FCC-681E2F1913E4}"/>
                    </a:ext>
                  </a:extLst>
                </p:cNvPr>
                <p:cNvPicPr>
                  <a:picLocks noGrp="1" noRot="1" noChangeAspect="1" noMove="1" noResize="1" noEditPoints="1" noAdjustHandles="1" noChangeArrowheads="1" noChangeShapeType="1"/>
                </p:cNvPicPr>
                <p:nvPr/>
              </p:nvPicPr>
              <p:blipFill>
                <a:blip r:embed="rId11"/>
                <a:stretch>
                  <a:fillRect/>
                </a:stretch>
              </p:blipFill>
              <p:spPr>
                <a:xfrm>
                  <a:off x="12118465"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87C95CC6-B9E6-B3B4-109A-209A2E9F3C20}"/>
                    </a:ext>
                  </a:extLst>
                </p:cNvPr>
                <p:cNvGraphicFramePr>
                  <a:graphicFrameLocks noChangeAspect="1"/>
                </p:cNvGraphicFramePr>
                <p:nvPr>
                  <p:extLst>
                    <p:ext uri="{D42A27DB-BD31-4B8C-83A1-F6EECF244321}">
                      <p14:modId xmlns:p14="http://schemas.microsoft.com/office/powerpoint/2010/main" val="2202675730"/>
                    </p:ext>
                  </p:extLst>
                </p:nvPr>
              </p:nvGraphicFramePr>
              <p:xfrm>
                <a:off x="15684951" y="2864524"/>
                <a:ext cx="3266811" cy="2039098"/>
              </p:xfrm>
              <a:graphic>
                <a:graphicData uri="http://schemas.microsoft.com/office/powerpoint/2016/slidezoom">
                  <pslz:sldZm>
                    <pslz:sldZmObj sldId="263" cId="527867077">
                      <pslz:zmPr id="{D3B5B5CD-8B78-3149-8F9C-3FC4526AE851}" transitionDur="1000">
                        <p166:blipFill xmlns:p166="http://schemas.microsoft.com/office/powerpoint/2016/6/main">
                          <a:blip r:embed="rId12"/>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0" name="Slide Zoom 9">
                  <a:extLst>
                    <a:ext uri="{FF2B5EF4-FFF2-40B4-BE49-F238E27FC236}">
                      <a16:creationId xmlns:a16="http://schemas.microsoft.com/office/drawing/2014/main" id="{87C95CC6-B9E6-B3B4-109A-209A2E9F3C20}"/>
                    </a:ext>
                  </a:extLst>
                </p:cNvPr>
                <p:cNvPicPr>
                  <a:picLocks noGrp="1" noRot="1" noChangeAspect="1" noMove="1" noResize="1" noEditPoints="1" noAdjustHandles="1" noChangeArrowheads="1" noChangeShapeType="1"/>
                </p:cNvPicPr>
                <p:nvPr/>
              </p:nvPicPr>
              <p:blipFill>
                <a:blip r:embed="rId13"/>
                <a:stretch>
                  <a:fillRect/>
                </a:stretch>
              </p:blipFill>
              <p:spPr>
                <a:xfrm>
                  <a:off x="15684951"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A11ED695-F00F-6FFD-C283-0F87D0B5A23F}"/>
                    </a:ext>
                  </a:extLst>
                </p:cNvPr>
                <p:cNvGraphicFramePr>
                  <a:graphicFrameLocks noChangeAspect="1"/>
                </p:cNvGraphicFramePr>
                <p:nvPr>
                  <p:extLst>
                    <p:ext uri="{D42A27DB-BD31-4B8C-83A1-F6EECF244321}">
                      <p14:modId xmlns:p14="http://schemas.microsoft.com/office/powerpoint/2010/main" val="2459661496"/>
                    </p:ext>
                  </p:extLst>
                </p:nvPr>
              </p:nvGraphicFramePr>
              <p:xfrm>
                <a:off x="22794980" y="2864524"/>
                <a:ext cx="3266811" cy="2039098"/>
              </p:xfrm>
              <a:graphic>
                <a:graphicData uri="http://schemas.microsoft.com/office/powerpoint/2016/slidezoom">
                  <pslz:sldZm>
                    <pslz:sldZmObj sldId="264" cId="1882459836">
                      <pslz:zmPr id="{6329E215-F3D9-0F45-948C-3FDC81A76459}" transitionDur="1000">
                        <p166:blipFill xmlns:p166="http://schemas.microsoft.com/office/powerpoint/2016/6/main">
                          <a:blip r:embed="rId14"/>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2" name="Slide Zoom 11">
                  <a:extLst>
                    <a:ext uri="{FF2B5EF4-FFF2-40B4-BE49-F238E27FC236}">
                      <a16:creationId xmlns:a16="http://schemas.microsoft.com/office/drawing/2014/main" id="{A11ED695-F00F-6FFD-C283-0F87D0B5A23F}"/>
                    </a:ext>
                  </a:extLst>
                </p:cNvPr>
                <p:cNvPicPr>
                  <a:picLocks noGrp="1" noRot="1" noChangeAspect="1" noMove="1" noResize="1" noEditPoints="1" noAdjustHandles="1" noChangeArrowheads="1" noChangeShapeType="1"/>
                </p:cNvPicPr>
                <p:nvPr/>
              </p:nvPicPr>
              <p:blipFill>
                <a:blip r:embed="rId15"/>
                <a:stretch>
                  <a:fillRect/>
                </a:stretch>
              </p:blipFill>
              <p:spPr>
                <a:xfrm>
                  <a:off x="22794980"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24CD3854-A5B6-7ACE-1360-F2940FCEF275}"/>
                    </a:ext>
                  </a:extLst>
                </p:cNvPr>
                <p:cNvGraphicFramePr>
                  <a:graphicFrameLocks noChangeAspect="1"/>
                </p:cNvGraphicFramePr>
                <p:nvPr>
                  <p:extLst>
                    <p:ext uri="{D42A27DB-BD31-4B8C-83A1-F6EECF244321}">
                      <p14:modId xmlns:p14="http://schemas.microsoft.com/office/powerpoint/2010/main" val="3883862771"/>
                    </p:ext>
                  </p:extLst>
                </p:nvPr>
              </p:nvGraphicFramePr>
              <p:xfrm>
                <a:off x="26459400" y="2864524"/>
                <a:ext cx="3266811" cy="2039098"/>
              </p:xfrm>
              <a:graphic>
                <a:graphicData uri="http://schemas.microsoft.com/office/powerpoint/2016/slidezoom">
                  <pslz:sldZm>
                    <pslz:sldZmObj sldId="265" cId="2626917773">
                      <pslz:zmPr id="{940EA00E-73E1-0E43-B14D-4C21FAFA259F}" transitionDur="1000">
                        <p166:blipFill xmlns:p166="http://schemas.microsoft.com/office/powerpoint/2016/6/main">
                          <a:blip r:embed="rId1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4" name="Slide Zoom 13">
                  <a:extLst>
                    <a:ext uri="{FF2B5EF4-FFF2-40B4-BE49-F238E27FC236}">
                      <a16:creationId xmlns:a16="http://schemas.microsoft.com/office/drawing/2014/main" id="{24CD3854-A5B6-7ACE-1360-F2940FCEF275}"/>
                    </a:ext>
                  </a:extLst>
                </p:cNvPr>
                <p:cNvPicPr>
                  <a:picLocks noGrp="1" noRot="1" noChangeAspect="1" noMove="1" noResize="1" noEditPoints="1" noAdjustHandles="1" noChangeArrowheads="1" noChangeShapeType="1"/>
                </p:cNvPicPr>
                <p:nvPr/>
              </p:nvPicPr>
              <p:blipFill>
                <a:blip r:embed="rId17"/>
                <a:stretch>
                  <a:fillRect/>
                </a:stretch>
              </p:blipFill>
              <p:spPr>
                <a:xfrm>
                  <a:off x="26459400"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54F5D683-FA68-E28B-3BCB-30CFA37D9F80}"/>
                    </a:ext>
                  </a:extLst>
                </p:cNvPr>
                <p:cNvGraphicFramePr>
                  <a:graphicFrameLocks noChangeAspect="1"/>
                </p:cNvGraphicFramePr>
                <p:nvPr>
                  <p:extLst>
                    <p:ext uri="{D42A27DB-BD31-4B8C-83A1-F6EECF244321}">
                      <p14:modId xmlns:p14="http://schemas.microsoft.com/office/powerpoint/2010/main" val="2059072260"/>
                    </p:ext>
                  </p:extLst>
                </p:nvPr>
              </p:nvGraphicFramePr>
              <p:xfrm>
                <a:off x="19349371" y="2864524"/>
                <a:ext cx="3048000" cy="2039098"/>
              </p:xfrm>
              <a:graphic>
                <a:graphicData uri="http://schemas.microsoft.com/office/powerpoint/2016/slidezoom">
                  <pslz:sldZm>
                    <pslz:sldZmObj sldId="269" cId="2775437429">
                      <pslz:zmPr id="{66631590-91CD-714A-8005-9A170BCFAC2F}" transitionDur="1000">
                        <p166:blipFill xmlns:p166="http://schemas.microsoft.com/office/powerpoint/2016/6/main">
                          <a:blip r:embed="rId18"/>
                          <a:stretch>
                            <a:fillRect/>
                          </a:stretch>
                        </p166:blipFill>
                        <p166:spPr xmlns:p166="http://schemas.microsoft.com/office/powerpoint/2016/6/main">
                          <a:xfrm>
                            <a:off x="0" y="0"/>
                            <a:ext cx="3048000"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31" name="Slide Zoom 30">
                  <a:extLst>
                    <a:ext uri="{FF2B5EF4-FFF2-40B4-BE49-F238E27FC236}">
                      <a16:creationId xmlns:a16="http://schemas.microsoft.com/office/drawing/2014/main" id="{54F5D683-FA68-E28B-3BCB-30CFA37D9F80}"/>
                    </a:ext>
                  </a:extLst>
                </p:cNvPr>
                <p:cNvPicPr>
                  <a:picLocks noGrp="1" noRot="1" noChangeAspect="1" noMove="1" noResize="1" noEditPoints="1" noAdjustHandles="1" noChangeArrowheads="1" noChangeShapeType="1"/>
                </p:cNvPicPr>
                <p:nvPr/>
              </p:nvPicPr>
              <p:blipFill>
                <a:blip r:embed="rId19"/>
                <a:stretch>
                  <a:fillRect/>
                </a:stretch>
              </p:blipFill>
              <p:spPr>
                <a:xfrm>
                  <a:off x="19349371" y="2864524"/>
                  <a:ext cx="3048000" cy="2039098"/>
                </a:xfrm>
                <a:prstGeom prst="rect">
                  <a:avLst/>
                </a:prstGeom>
                <a:ln w="3175">
                  <a:noFill/>
                </a:ln>
                <a:effectLst>
                  <a:reflection blurRad="6350" stA="50000" endA="300" endPos="55000" dir="5400000" sy="-100000" algn="bl" rotWithShape="0"/>
                </a:effectLst>
              </p:spPr>
            </p:pic>
          </mc:Fallback>
        </mc:AlternateContent>
      </p:grpSp>
      <p:pic>
        <p:nvPicPr>
          <p:cNvPr id="34" name="Graphic 33" descr="Circle with left arrow with solid fill">
            <a:hlinkClick r:id="" action="ppaction://hlinkshowjump?jump=nextslide"/>
            <a:extLst>
              <a:ext uri="{FF2B5EF4-FFF2-40B4-BE49-F238E27FC236}">
                <a16:creationId xmlns:a16="http://schemas.microsoft.com/office/drawing/2014/main" id="{61995F91-BD91-93EA-28D5-8DF44505E88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flipH="1" flipV="1">
            <a:off x="1325722" y="6110483"/>
            <a:ext cx="604345" cy="604345"/>
          </a:xfrm>
          <a:prstGeom prst="rect">
            <a:avLst/>
          </a:prstGeom>
          <a:effectLst>
            <a:outerShdw blurRad="50800" dist="50800" dir="5400000" algn="ctr" rotWithShape="0">
              <a:srgbClr val="000000">
                <a:alpha val="58901"/>
              </a:srgbClr>
            </a:outerShdw>
            <a:reflection stA="45000" endPos="21835" dist="50800" dir="5400000" sy="-100000" algn="bl" rotWithShape="0"/>
          </a:effectLst>
        </p:spPr>
      </p:pic>
      <p:pic>
        <p:nvPicPr>
          <p:cNvPr id="35" name="Graphic 34" descr="Circle with left arrow with solid fill">
            <a:hlinkClick r:id="" action="ppaction://hlinkshowjump?jump=previousslide"/>
            <a:extLst>
              <a:ext uri="{FF2B5EF4-FFF2-40B4-BE49-F238E27FC236}">
                <a16:creationId xmlns:a16="http://schemas.microsoft.com/office/drawing/2014/main" id="{A0EF6B28-AE70-F785-2645-6DCF85E0677B}"/>
              </a:ext>
            </a:extLst>
          </p:cNvPr>
          <p:cNvPicPr>
            <a:picLocks noChangeAspect="1"/>
          </p:cNvPicPr>
          <p:nvPr/>
        </p:nvPicPr>
        <p:blipFill>
          <a:blip r:embed="rId20">
            <a:extLst>
              <a:ext uri="{96DAC541-7B7A-43D3-8B79-37D633B846F1}">
                <asvg:svgBlip xmlns:asvg="http://schemas.microsoft.com/office/drawing/2016/SVG/main" r:embed="rId22"/>
              </a:ext>
            </a:extLst>
          </a:blip>
          <a:stretch>
            <a:fillRect/>
          </a:stretch>
        </p:blipFill>
        <p:spPr>
          <a:xfrm>
            <a:off x="-965005" y="6110483"/>
            <a:ext cx="604345" cy="604345"/>
          </a:xfrm>
          <a:prstGeom prst="rect">
            <a:avLst/>
          </a:prstGeom>
          <a:effectLst>
            <a:outerShdw blurRad="50800" dist="50800" dir="5400000" algn="ctr" rotWithShape="0">
              <a:srgbClr val="000000">
                <a:alpha val="83925"/>
              </a:srgbClr>
            </a:outerShdw>
            <a:reflection endPos="24000" dist="50800" dir="5400000" sy="-100000" algn="bl" rotWithShape="0"/>
          </a:effectLst>
        </p:spPr>
      </p:pic>
    </p:spTree>
    <p:extLst>
      <p:ext uri="{BB962C8B-B14F-4D97-AF65-F5344CB8AC3E}">
        <p14:creationId xmlns:p14="http://schemas.microsoft.com/office/powerpoint/2010/main" val="1648887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15110" r="1250" b="1060"/>
          <a:stretch/>
        </p:blipFill>
        <p:spPr>
          <a:xfrm>
            <a:off x="19" y="1282"/>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4" y="0"/>
            <a:ext cx="5103160" cy="1569660"/>
          </a:xfrm>
          <a:prstGeom prst="rect">
            <a:avLst/>
          </a:prstGeom>
          <a:noFill/>
        </p:spPr>
        <p:txBody>
          <a:bodyPr wrap="squar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cs typeface="Aharoni" panose="02010803020104030203" pitchFamily="2" charset="-79"/>
              </a:rPr>
              <a:t>K I N E S I C S</a:t>
            </a: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4389174" y="1184939"/>
            <a:ext cx="4261050" cy="769441"/>
          </a:xfrm>
          <a:prstGeom prst="rect">
            <a:avLst/>
          </a:prstGeom>
          <a:noFill/>
        </p:spPr>
        <p:txBody>
          <a:bodyPr wrap="square" rtlCol="0">
            <a:spAutoFit/>
          </a:bodyPr>
          <a:lstStyle/>
          <a:p>
            <a:r>
              <a:rPr lang="en-US" sz="4400" i="1" dirty="0">
                <a:latin typeface="Lucida Fax" panose="02060602050505020204" pitchFamily="18" charset="77"/>
              </a:rPr>
              <a:t>O U T L I N E</a:t>
            </a:r>
          </a:p>
        </p:txBody>
      </p:sp>
      <mc:AlternateContent xmlns:mc="http://schemas.openxmlformats.org/markup-compatibility/2006">
        <mc:Choice xmlns:am3d="http://schemas.microsoft.com/office/drawing/2017/model3d" Requires="am3d">
          <p:graphicFrame>
            <p:nvGraphicFramePr>
              <p:cNvPr id="2" name="3D Model 1" descr="Give this head a face">
                <a:extLst>
                  <a:ext uri="{FF2B5EF4-FFF2-40B4-BE49-F238E27FC236}">
                    <a16:creationId xmlns:a16="http://schemas.microsoft.com/office/drawing/2014/main" id="{99B2B1AB-A056-16E0-A8D2-AC5DFDC4E5D5}"/>
                  </a:ext>
                </a:extLst>
              </p:cNvPr>
              <p:cNvGraphicFramePr>
                <a:graphicFrameLocks noChangeAspect="1"/>
              </p:cNvGraphicFramePr>
              <p:nvPr/>
            </p:nvGraphicFramePr>
            <p:xfrm>
              <a:off x="1325722" y="129512"/>
              <a:ext cx="2334068" cy="2735012"/>
            </p:xfrm>
            <a:graphic>
              <a:graphicData uri="http://schemas.microsoft.com/office/drawing/2017/model3d">
                <am3d:model3d r:embed="rId4">
                  <am3d:spPr>
                    <a:xfrm>
                      <a:off x="0" y="0"/>
                      <a:ext cx="2334068" cy="2735012"/>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x="8" ay="2935058" az="5"/>
                    <am3d:postTrans dx="0" dy="0" dz="0"/>
                  </am3d:trans>
                  <am3d:raster rName="Office3DRenderer" rVer="16.0.8326">
                    <am3d:blip r:embed="rId5"/>
                  </am3d:raster>
                  <am3d:objViewport viewportSz="38805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Give this head a face">
                <a:extLst>
                  <a:ext uri="{FF2B5EF4-FFF2-40B4-BE49-F238E27FC236}">
                    <a16:creationId xmlns:a16="http://schemas.microsoft.com/office/drawing/2014/main" id="{99B2B1AB-A056-16E0-A8D2-AC5DFDC4E5D5}"/>
                  </a:ext>
                </a:extLst>
              </p:cNvPr>
              <p:cNvPicPr>
                <a:picLocks noGrp="1" noRot="1" noChangeAspect="1" noMove="1" noResize="1" noEditPoints="1" noAdjustHandles="1" noChangeArrowheads="1" noChangeShapeType="1" noCrop="1"/>
              </p:cNvPicPr>
              <p:nvPr/>
            </p:nvPicPr>
            <p:blipFill>
              <a:blip r:embed="rId5"/>
              <a:stretch>
                <a:fillRect/>
              </a:stretch>
            </p:blipFill>
            <p:spPr>
              <a:xfrm>
                <a:off x="1325722" y="129512"/>
                <a:ext cx="2334068" cy="2735012"/>
              </a:xfrm>
              <a:prstGeom prst="rect">
                <a:avLst/>
              </a:prstGeom>
            </p:spPr>
          </p:pic>
        </mc:Fallback>
      </mc:AlternateContent>
      <p:grpSp>
        <p:nvGrpSpPr>
          <p:cNvPr id="32" name="Group 31">
            <a:extLst>
              <a:ext uri="{FF2B5EF4-FFF2-40B4-BE49-F238E27FC236}">
                <a16:creationId xmlns:a16="http://schemas.microsoft.com/office/drawing/2014/main" id="{1F7162B4-2451-3957-5F12-20CB8BADB4F5}"/>
              </a:ext>
            </a:extLst>
          </p:cNvPr>
          <p:cNvGrpSpPr/>
          <p:nvPr/>
        </p:nvGrpSpPr>
        <p:grpSpPr>
          <a:xfrm>
            <a:off x="-1368011" y="2864524"/>
            <a:ext cx="24740718" cy="2039098"/>
            <a:chOff x="4985493" y="2864524"/>
            <a:chExt cx="24740718" cy="2039098"/>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2141BC1-DA1B-F3AD-9933-100AF5B7A4FC}"/>
                    </a:ext>
                  </a:extLst>
                </p:cNvPr>
                <p:cNvGraphicFramePr>
                  <a:graphicFrameLocks noChangeAspect="1"/>
                </p:cNvGraphicFramePr>
                <p:nvPr/>
              </p:nvGraphicFramePr>
              <p:xfrm>
                <a:off x="4985493" y="2864524"/>
                <a:ext cx="3266811" cy="2039098"/>
              </p:xfrm>
              <a:graphic>
                <a:graphicData uri="http://schemas.microsoft.com/office/powerpoint/2016/slidezoom">
                  <pslz:sldZm>
                    <pslz:sldZmObj sldId="260" cId="370609756">
                      <pslz:zmPr id="{3DCA6358-30BF-0649-BB47-584EDBC35495}" transitionDur="1000">
                        <p166:blipFill xmlns:p166="http://schemas.microsoft.com/office/powerpoint/2016/6/main">
                          <a:blip r:embed="rId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4" name="Slide Zoom 3">
                  <a:extLst>
                    <a:ext uri="{FF2B5EF4-FFF2-40B4-BE49-F238E27FC236}">
                      <a16:creationId xmlns:a16="http://schemas.microsoft.com/office/drawing/2014/main" id="{12141BC1-DA1B-F3AD-9933-100AF5B7A4FC}"/>
                    </a:ext>
                  </a:extLst>
                </p:cNvPr>
                <p:cNvPicPr>
                  <a:picLocks noGrp="1" noRot="1" noChangeAspect="1" noMove="1" noResize="1" noEditPoints="1" noAdjustHandles="1" noChangeArrowheads="1" noChangeShapeType="1"/>
                </p:cNvPicPr>
                <p:nvPr/>
              </p:nvPicPr>
              <p:blipFill>
                <a:blip r:embed="rId7"/>
                <a:stretch>
                  <a:fillRect/>
                </a:stretch>
              </p:blipFill>
              <p:spPr>
                <a:xfrm>
                  <a:off x="-1368011"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FBF80B8-8943-52AB-C5AA-3ED0C462B354}"/>
                    </a:ext>
                  </a:extLst>
                </p:cNvPr>
                <p:cNvGraphicFramePr>
                  <a:graphicFrameLocks noChangeAspect="1"/>
                </p:cNvGraphicFramePr>
                <p:nvPr/>
              </p:nvGraphicFramePr>
              <p:xfrm>
                <a:off x="8551979" y="2864524"/>
                <a:ext cx="3266811" cy="2039098"/>
              </p:xfrm>
              <a:graphic>
                <a:graphicData uri="http://schemas.microsoft.com/office/powerpoint/2016/slidezoom">
                  <pslz:sldZm>
                    <pslz:sldZmObj sldId="261" cId="2835018145">
                      <pslz:zmPr id="{9230ABCB-4031-BD48-83D8-2646B94C2061}" transitionDur="1000">
                        <p166:blipFill xmlns:p166="http://schemas.microsoft.com/office/powerpoint/2016/6/main">
                          <a:blip r:embed="rId8"/>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6" name="Slide Zoom 5">
                  <a:extLst>
                    <a:ext uri="{FF2B5EF4-FFF2-40B4-BE49-F238E27FC236}">
                      <a16:creationId xmlns:a16="http://schemas.microsoft.com/office/drawing/2014/main" id="{1FBF80B8-8943-52AB-C5AA-3ED0C462B354}"/>
                    </a:ext>
                  </a:extLst>
                </p:cNvPr>
                <p:cNvPicPr>
                  <a:picLocks noGrp="1" noRot="1" noChangeAspect="1" noMove="1" noResize="1" noEditPoints="1" noAdjustHandles="1" noChangeArrowheads="1" noChangeShapeType="1"/>
                </p:cNvPicPr>
                <p:nvPr/>
              </p:nvPicPr>
              <p:blipFill>
                <a:blip r:embed="rId9"/>
                <a:stretch>
                  <a:fillRect/>
                </a:stretch>
              </p:blipFill>
              <p:spPr>
                <a:xfrm>
                  <a:off x="2198475"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AD0A3DEC-7EEF-CC77-9FCC-681E2F1913E4}"/>
                    </a:ext>
                  </a:extLst>
                </p:cNvPr>
                <p:cNvGraphicFramePr>
                  <a:graphicFrameLocks noChangeAspect="1"/>
                </p:cNvGraphicFramePr>
                <p:nvPr/>
              </p:nvGraphicFramePr>
              <p:xfrm>
                <a:off x="12118465" y="2864524"/>
                <a:ext cx="3266811" cy="2039098"/>
              </p:xfrm>
              <a:graphic>
                <a:graphicData uri="http://schemas.microsoft.com/office/powerpoint/2016/slidezoom">
                  <pslz:sldZm>
                    <pslz:sldZmObj sldId="262" cId="2475566245">
                      <pslz:zmPr id="{7235CB18-7255-EB4E-B197-943000BDF2F5}" transitionDur="1000">
                        <p166:blipFill xmlns:p166="http://schemas.microsoft.com/office/powerpoint/2016/6/main">
                          <a:blip r:embed="rId10"/>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8" name="Slide Zoom 7">
                  <a:extLst>
                    <a:ext uri="{FF2B5EF4-FFF2-40B4-BE49-F238E27FC236}">
                      <a16:creationId xmlns:a16="http://schemas.microsoft.com/office/drawing/2014/main" id="{AD0A3DEC-7EEF-CC77-9FCC-681E2F1913E4}"/>
                    </a:ext>
                  </a:extLst>
                </p:cNvPr>
                <p:cNvPicPr>
                  <a:picLocks noGrp="1" noRot="1" noChangeAspect="1" noMove="1" noResize="1" noEditPoints="1" noAdjustHandles="1" noChangeArrowheads="1" noChangeShapeType="1"/>
                </p:cNvPicPr>
                <p:nvPr/>
              </p:nvPicPr>
              <p:blipFill>
                <a:blip r:embed="rId11"/>
                <a:stretch>
                  <a:fillRect/>
                </a:stretch>
              </p:blipFill>
              <p:spPr>
                <a:xfrm>
                  <a:off x="5764961"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87C95CC6-B9E6-B3B4-109A-209A2E9F3C20}"/>
                    </a:ext>
                  </a:extLst>
                </p:cNvPr>
                <p:cNvGraphicFramePr>
                  <a:graphicFrameLocks noChangeAspect="1"/>
                </p:cNvGraphicFramePr>
                <p:nvPr/>
              </p:nvGraphicFramePr>
              <p:xfrm>
                <a:off x="15684951" y="2864524"/>
                <a:ext cx="3266811" cy="2039098"/>
              </p:xfrm>
              <a:graphic>
                <a:graphicData uri="http://schemas.microsoft.com/office/powerpoint/2016/slidezoom">
                  <pslz:sldZm>
                    <pslz:sldZmObj sldId="263" cId="527867077">
                      <pslz:zmPr id="{D3B5B5CD-8B78-3149-8F9C-3FC4526AE851}" transitionDur="1000">
                        <p166:blipFill xmlns:p166="http://schemas.microsoft.com/office/powerpoint/2016/6/main">
                          <a:blip r:embed="rId12"/>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0" name="Slide Zoom 9">
                  <a:extLst>
                    <a:ext uri="{FF2B5EF4-FFF2-40B4-BE49-F238E27FC236}">
                      <a16:creationId xmlns:a16="http://schemas.microsoft.com/office/drawing/2014/main" id="{87C95CC6-B9E6-B3B4-109A-209A2E9F3C20}"/>
                    </a:ext>
                  </a:extLst>
                </p:cNvPr>
                <p:cNvPicPr>
                  <a:picLocks noGrp="1" noRot="1" noChangeAspect="1" noMove="1" noResize="1" noEditPoints="1" noAdjustHandles="1" noChangeArrowheads="1" noChangeShapeType="1"/>
                </p:cNvPicPr>
                <p:nvPr/>
              </p:nvPicPr>
              <p:blipFill>
                <a:blip r:embed="rId13"/>
                <a:stretch>
                  <a:fillRect/>
                </a:stretch>
              </p:blipFill>
              <p:spPr>
                <a:xfrm>
                  <a:off x="9331447"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A11ED695-F00F-6FFD-C283-0F87D0B5A23F}"/>
                    </a:ext>
                  </a:extLst>
                </p:cNvPr>
                <p:cNvGraphicFramePr>
                  <a:graphicFrameLocks noChangeAspect="1"/>
                </p:cNvGraphicFramePr>
                <p:nvPr/>
              </p:nvGraphicFramePr>
              <p:xfrm>
                <a:off x="22794980" y="2864524"/>
                <a:ext cx="3266811" cy="2039098"/>
              </p:xfrm>
              <a:graphic>
                <a:graphicData uri="http://schemas.microsoft.com/office/powerpoint/2016/slidezoom">
                  <pslz:sldZm>
                    <pslz:sldZmObj sldId="264" cId="1882459836">
                      <pslz:zmPr id="{6329E215-F3D9-0F45-948C-3FDC81A76459}" transitionDur="1000">
                        <p166:blipFill xmlns:p166="http://schemas.microsoft.com/office/powerpoint/2016/6/main">
                          <a:blip r:embed="rId14"/>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2" name="Slide Zoom 11">
                  <a:extLst>
                    <a:ext uri="{FF2B5EF4-FFF2-40B4-BE49-F238E27FC236}">
                      <a16:creationId xmlns:a16="http://schemas.microsoft.com/office/drawing/2014/main" id="{A11ED695-F00F-6FFD-C283-0F87D0B5A23F}"/>
                    </a:ext>
                  </a:extLst>
                </p:cNvPr>
                <p:cNvPicPr>
                  <a:picLocks noGrp="1" noRot="1" noChangeAspect="1" noMove="1" noResize="1" noEditPoints="1" noAdjustHandles="1" noChangeArrowheads="1" noChangeShapeType="1"/>
                </p:cNvPicPr>
                <p:nvPr/>
              </p:nvPicPr>
              <p:blipFill>
                <a:blip r:embed="rId15"/>
                <a:stretch>
                  <a:fillRect/>
                </a:stretch>
              </p:blipFill>
              <p:spPr>
                <a:xfrm>
                  <a:off x="16441476"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24CD3854-A5B6-7ACE-1360-F2940FCEF275}"/>
                    </a:ext>
                  </a:extLst>
                </p:cNvPr>
                <p:cNvGraphicFramePr>
                  <a:graphicFrameLocks noChangeAspect="1"/>
                </p:cNvGraphicFramePr>
                <p:nvPr/>
              </p:nvGraphicFramePr>
              <p:xfrm>
                <a:off x="26459400" y="2864524"/>
                <a:ext cx="3266811" cy="2039098"/>
              </p:xfrm>
              <a:graphic>
                <a:graphicData uri="http://schemas.microsoft.com/office/powerpoint/2016/slidezoom">
                  <pslz:sldZm>
                    <pslz:sldZmObj sldId="265" cId="2626917773">
                      <pslz:zmPr id="{940EA00E-73E1-0E43-B14D-4C21FAFA259F}" transitionDur="1000">
                        <p166:blipFill xmlns:p166="http://schemas.microsoft.com/office/powerpoint/2016/6/main">
                          <a:blip r:embed="rId1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4" name="Slide Zoom 13">
                  <a:extLst>
                    <a:ext uri="{FF2B5EF4-FFF2-40B4-BE49-F238E27FC236}">
                      <a16:creationId xmlns:a16="http://schemas.microsoft.com/office/drawing/2014/main" id="{24CD3854-A5B6-7ACE-1360-F2940FCEF275}"/>
                    </a:ext>
                  </a:extLst>
                </p:cNvPr>
                <p:cNvPicPr>
                  <a:picLocks noGrp="1" noRot="1" noChangeAspect="1" noMove="1" noResize="1" noEditPoints="1" noAdjustHandles="1" noChangeArrowheads="1" noChangeShapeType="1"/>
                </p:cNvPicPr>
                <p:nvPr/>
              </p:nvPicPr>
              <p:blipFill>
                <a:blip r:embed="rId17"/>
                <a:stretch>
                  <a:fillRect/>
                </a:stretch>
              </p:blipFill>
              <p:spPr>
                <a:xfrm>
                  <a:off x="20105896" y="286452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54F5D683-FA68-E28B-3BCB-30CFA37D9F80}"/>
                    </a:ext>
                  </a:extLst>
                </p:cNvPr>
                <p:cNvGraphicFramePr>
                  <a:graphicFrameLocks noChangeAspect="1"/>
                </p:cNvGraphicFramePr>
                <p:nvPr/>
              </p:nvGraphicFramePr>
              <p:xfrm>
                <a:off x="19349371" y="2864524"/>
                <a:ext cx="3048000" cy="2039098"/>
              </p:xfrm>
              <a:graphic>
                <a:graphicData uri="http://schemas.microsoft.com/office/powerpoint/2016/slidezoom">
                  <pslz:sldZm>
                    <pslz:sldZmObj sldId="269" cId="2775437429">
                      <pslz:zmPr id="{66631590-91CD-714A-8005-9A170BCFAC2F}" transitionDur="1000">
                        <p166:blipFill xmlns:p166="http://schemas.microsoft.com/office/powerpoint/2016/6/main">
                          <a:blip r:embed="rId18"/>
                          <a:stretch>
                            <a:fillRect/>
                          </a:stretch>
                        </p166:blipFill>
                        <p166:spPr xmlns:p166="http://schemas.microsoft.com/office/powerpoint/2016/6/main">
                          <a:xfrm>
                            <a:off x="0" y="0"/>
                            <a:ext cx="3048000"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31" name="Slide Zoom 30">
                  <a:extLst>
                    <a:ext uri="{FF2B5EF4-FFF2-40B4-BE49-F238E27FC236}">
                      <a16:creationId xmlns:a16="http://schemas.microsoft.com/office/drawing/2014/main" id="{54F5D683-FA68-E28B-3BCB-30CFA37D9F80}"/>
                    </a:ext>
                  </a:extLst>
                </p:cNvPr>
                <p:cNvPicPr>
                  <a:picLocks noGrp="1" noRot="1" noChangeAspect="1" noMove="1" noResize="1" noEditPoints="1" noAdjustHandles="1" noChangeArrowheads="1" noChangeShapeType="1"/>
                </p:cNvPicPr>
                <p:nvPr/>
              </p:nvPicPr>
              <p:blipFill>
                <a:blip r:embed="rId19"/>
                <a:stretch>
                  <a:fillRect/>
                </a:stretch>
              </p:blipFill>
              <p:spPr>
                <a:xfrm>
                  <a:off x="12995867" y="2864524"/>
                  <a:ext cx="3048000" cy="2039098"/>
                </a:xfrm>
                <a:prstGeom prst="rect">
                  <a:avLst/>
                </a:prstGeom>
                <a:ln w="3175">
                  <a:noFill/>
                </a:ln>
                <a:effectLst>
                  <a:reflection blurRad="6350" stA="50000" endA="300" endPos="55000" dir="5400000" sy="-100000" algn="bl" rotWithShape="0"/>
                </a:effectLst>
              </p:spPr>
            </p:pic>
          </mc:Fallback>
        </mc:AlternateContent>
      </p:grpSp>
      <p:pic>
        <p:nvPicPr>
          <p:cNvPr id="34" name="Graphic 33" descr="Circle with left arrow with solid fill">
            <a:hlinkClick r:id="" action="ppaction://hlinkshowjump?jump=nextslide"/>
            <a:extLst>
              <a:ext uri="{FF2B5EF4-FFF2-40B4-BE49-F238E27FC236}">
                <a16:creationId xmlns:a16="http://schemas.microsoft.com/office/drawing/2014/main" id="{61995F91-BD91-93EA-28D5-8DF44505E88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flipH="1" flipV="1">
            <a:off x="1325722" y="6110483"/>
            <a:ext cx="604345" cy="604345"/>
          </a:xfrm>
          <a:prstGeom prst="rect">
            <a:avLst/>
          </a:prstGeom>
          <a:effectLst>
            <a:outerShdw blurRad="50800" dist="50800" dir="5400000" algn="ctr" rotWithShape="0">
              <a:srgbClr val="000000">
                <a:alpha val="58901"/>
              </a:srgbClr>
            </a:outerShdw>
            <a:reflection stA="45000" endPos="21835" dist="50800" dir="5400000" sy="-100000" algn="bl" rotWithShape="0"/>
          </a:effectLst>
        </p:spPr>
      </p:pic>
      <p:pic>
        <p:nvPicPr>
          <p:cNvPr id="35" name="Graphic 34" descr="Circle with left arrow with solid fill">
            <a:hlinkClick r:id="" action="ppaction://hlinkshowjump?jump=previousslide"/>
            <a:extLst>
              <a:ext uri="{FF2B5EF4-FFF2-40B4-BE49-F238E27FC236}">
                <a16:creationId xmlns:a16="http://schemas.microsoft.com/office/drawing/2014/main" id="{A0EF6B28-AE70-F785-2645-6DCF85E0677B}"/>
              </a:ext>
            </a:extLst>
          </p:cNvPr>
          <p:cNvPicPr>
            <a:picLocks noChangeAspect="1"/>
          </p:cNvPicPr>
          <p:nvPr/>
        </p:nvPicPr>
        <p:blipFill>
          <a:blip r:embed="rId20">
            <a:extLst>
              <a:ext uri="{96DAC541-7B7A-43D3-8B79-37D633B846F1}">
                <asvg:svgBlip xmlns:asvg="http://schemas.microsoft.com/office/drawing/2016/SVG/main" r:embed="rId22"/>
              </a:ext>
            </a:extLst>
          </a:blip>
          <a:stretch>
            <a:fillRect/>
          </a:stretch>
        </p:blipFill>
        <p:spPr>
          <a:xfrm>
            <a:off x="360698" y="6110482"/>
            <a:ext cx="604345" cy="604345"/>
          </a:xfrm>
          <a:prstGeom prst="rect">
            <a:avLst/>
          </a:prstGeom>
          <a:effectLst>
            <a:outerShdw blurRad="50800" dist="50800" dir="5400000" algn="ctr" rotWithShape="0">
              <a:srgbClr val="000000">
                <a:alpha val="83925"/>
              </a:srgbClr>
            </a:outerShdw>
            <a:reflection endPos="24000" dist="50800" dir="5400000" sy="-100000" algn="bl" rotWithShape="0"/>
          </a:effectLst>
        </p:spPr>
      </p:pic>
    </p:spTree>
    <p:extLst>
      <p:ext uri="{BB962C8B-B14F-4D97-AF65-F5344CB8AC3E}">
        <p14:creationId xmlns:p14="http://schemas.microsoft.com/office/powerpoint/2010/main" val="3098361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srcRect t="15110" r="1250" b="1060"/>
          <a:stretch/>
        </p:blipFill>
        <p:spPr>
          <a:xfrm>
            <a:off x="19" y="1282"/>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4" y="0"/>
            <a:ext cx="5103160" cy="1569660"/>
          </a:xfrm>
          <a:prstGeom prst="rect">
            <a:avLst/>
          </a:prstGeom>
          <a:noFill/>
        </p:spPr>
        <p:txBody>
          <a:bodyPr wrap="squar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cs typeface="Aharoni" panose="02010803020104030203" pitchFamily="2" charset="-79"/>
              </a:rPr>
              <a:t>K I N E S I C S</a:t>
            </a: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4389174" y="1184939"/>
            <a:ext cx="4261050" cy="769441"/>
          </a:xfrm>
          <a:prstGeom prst="rect">
            <a:avLst/>
          </a:prstGeom>
          <a:noFill/>
        </p:spPr>
        <p:txBody>
          <a:bodyPr wrap="square" rtlCol="0">
            <a:spAutoFit/>
          </a:bodyPr>
          <a:lstStyle/>
          <a:p>
            <a:r>
              <a:rPr lang="en-US" sz="4400" i="1" dirty="0">
                <a:latin typeface="Lucida Fax" panose="02060602050505020204" pitchFamily="18" charset="77"/>
              </a:rPr>
              <a:t>O U T L I N E</a:t>
            </a:r>
          </a:p>
        </p:txBody>
      </p:sp>
      <mc:AlternateContent xmlns:mc="http://schemas.openxmlformats.org/markup-compatibility/2006">
        <mc:Choice xmlns:am3d="http://schemas.microsoft.com/office/drawing/2017/model3d" Requires="am3d">
          <p:graphicFrame>
            <p:nvGraphicFramePr>
              <p:cNvPr id="2" name="3D Model 1" descr="Give this head a face">
                <a:extLst>
                  <a:ext uri="{FF2B5EF4-FFF2-40B4-BE49-F238E27FC236}">
                    <a16:creationId xmlns:a16="http://schemas.microsoft.com/office/drawing/2014/main" id="{99B2B1AB-A056-16E0-A8D2-AC5DFDC4E5D5}"/>
                  </a:ext>
                </a:extLst>
              </p:cNvPr>
              <p:cNvGraphicFramePr>
                <a:graphicFrameLocks noChangeAspect="1"/>
              </p:cNvGraphicFramePr>
              <p:nvPr/>
            </p:nvGraphicFramePr>
            <p:xfrm>
              <a:off x="1325722" y="129512"/>
              <a:ext cx="2334068" cy="2735012"/>
            </p:xfrm>
            <a:graphic>
              <a:graphicData uri="http://schemas.microsoft.com/office/drawing/2017/model3d">
                <am3d:model3d r:embed="rId3">
                  <am3d:spPr>
                    <a:xfrm>
                      <a:off x="0" y="0"/>
                      <a:ext cx="2334068" cy="2735012"/>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x="8" ay="2935058" az="5"/>
                    <am3d:postTrans dx="0" dy="0" dz="0"/>
                  </am3d:trans>
                  <am3d:raster rName="Office3DRenderer" rVer="16.0.8326">
                    <am3d:blip r:embed="rId4"/>
                  </am3d:raster>
                  <am3d:objViewport viewportSz="38805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Give this head a face">
                <a:extLst>
                  <a:ext uri="{FF2B5EF4-FFF2-40B4-BE49-F238E27FC236}">
                    <a16:creationId xmlns:a16="http://schemas.microsoft.com/office/drawing/2014/main" id="{99B2B1AB-A056-16E0-A8D2-AC5DFDC4E5D5}"/>
                  </a:ext>
                </a:extLst>
              </p:cNvPr>
              <p:cNvPicPr>
                <a:picLocks noGrp="1" noRot="1" noChangeAspect="1" noMove="1" noResize="1" noEditPoints="1" noAdjustHandles="1" noChangeArrowheads="1" noChangeShapeType="1" noCrop="1"/>
              </p:cNvPicPr>
              <p:nvPr/>
            </p:nvPicPr>
            <p:blipFill>
              <a:blip r:embed="rId4"/>
              <a:stretch>
                <a:fillRect/>
              </a:stretch>
            </p:blipFill>
            <p:spPr>
              <a:xfrm>
                <a:off x="1325722" y="129512"/>
                <a:ext cx="2334068" cy="2735012"/>
              </a:xfrm>
              <a:prstGeom prst="rect">
                <a:avLst/>
              </a:prstGeom>
            </p:spPr>
          </p:pic>
        </mc:Fallback>
      </mc:AlternateContent>
      <p:grpSp>
        <p:nvGrpSpPr>
          <p:cNvPr id="32" name="Group 31">
            <a:extLst>
              <a:ext uri="{FF2B5EF4-FFF2-40B4-BE49-F238E27FC236}">
                <a16:creationId xmlns:a16="http://schemas.microsoft.com/office/drawing/2014/main" id="{1F7162B4-2451-3957-5F12-20CB8BADB4F5}"/>
              </a:ext>
            </a:extLst>
          </p:cNvPr>
          <p:cNvGrpSpPr/>
          <p:nvPr/>
        </p:nvGrpSpPr>
        <p:grpSpPr>
          <a:xfrm>
            <a:off x="-6744052" y="2822164"/>
            <a:ext cx="24740718" cy="2039098"/>
            <a:chOff x="4985493" y="2864524"/>
            <a:chExt cx="24740718" cy="2039098"/>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2141BC1-DA1B-F3AD-9933-100AF5B7A4FC}"/>
                    </a:ext>
                  </a:extLst>
                </p:cNvPr>
                <p:cNvGraphicFramePr>
                  <a:graphicFrameLocks noChangeAspect="1"/>
                </p:cNvGraphicFramePr>
                <p:nvPr/>
              </p:nvGraphicFramePr>
              <p:xfrm>
                <a:off x="4985493" y="2864524"/>
                <a:ext cx="3266811" cy="2039098"/>
              </p:xfrm>
              <a:graphic>
                <a:graphicData uri="http://schemas.microsoft.com/office/powerpoint/2016/slidezoom">
                  <pslz:sldZm>
                    <pslz:sldZmObj sldId="260" cId="370609756">
                      <pslz:zmPr id="{3DCA6358-30BF-0649-BB47-584EDBC35495}" transitionDur="1000">
                        <p166:blipFill xmlns:p166="http://schemas.microsoft.com/office/powerpoint/2016/6/main">
                          <a:blip r:embed="rId5"/>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4" name="Slide Zoom 3">
                  <a:extLst>
                    <a:ext uri="{FF2B5EF4-FFF2-40B4-BE49-F238E27FC236}">
                      <a16:creationId xmlns:a16="http://schemas.microsoft.com/office/drawing/2014/main" id="{12141BC1-DA1B-F3AD-9933-100AF5B7A4FC}"/>
                    </a:ext>
                  </a:extLst>
                </p:cNvPr>
                <p:cNvPicPr>
                  <a:picLocks noGrp="1" noRot="1" noChangeAspect="1" noMove="1" noResize="1" noEditPoints="1" noAdjustHandles="1" noChangeArrowheads="1" noChangeShapeType="1"/>
                </p:cNvPicPr>
                <p:nvPr/>
              </p:nvPicPr>
              <p:blipFill>
                <a:blip r:embed="rId6"/>
                <a:stretch>
                  <a:fillRect/>
                </a:stretch>
              </p:blipFill>
              <p:spPr>
                <a:xfrm>
                  <a:off x="-6744052"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FBF80B8-8943-52AB-C5AA-3ED0C462B354}"/>
                    </a:ext>
                  </a:extLst>
                </p:cNvPr>
                <p:cNvGraphicFramePr>
                  <a:graphicFrameLocks noChangeAspect="1"/>
                </p:cNvGraphicFramePr>
                <p:nvPr/>
              </p:nvGraphicFramePr>
              <p:xfrm>
                <a:off x="8551979" y="2864524"/>
                <a:ext cx="3266811" cy="2039098"/>
              </p:xfrm>
              <a:graphic>
                <a:graphicData uri="http://schemas.microsoft.com/office/powerpoint/2016/slidezoom">
                  <pslz:sldZm>
                    <pslz:sldZmObj sldId="261" cId="2835018145">
                      <pslz:zmPr id="{9230ABCB-4031-BD48-83D8-2646B94C2061}" transitionDur="1000">
                        <p166:blipFill xmlns:p166="http://schemas.microsoft.com/office/powerpoint/2016/6/main">
                          <a:blip r:embed="rId7"/>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6" name="Slide Zoom 5">
                  <a:extLst>
                    <a:ext uri="{FF2B5EF4-FFF2-40B4-BE49-F238E27FC236}">
                      <a16:creationId xmlns:a16="http://schemas.microsoft.com/office/drawing/2014/main" id="{1FBF80B8-8943-52AB-C5AA-3ED0C462B354}"/>
                    </a:ext>
                  </a:extLst>
                </p:cNvPr>
                <p:cNvPicPr>
                  <a:picLocks noGrp="1" noRot="1" noChangeAspect="1" noMove="1" noResize="1" noEditPoints="1" noAdjustHandles="1" noChangeArrowheads="1" noChangeShapeType="1"/>
                </p:cNvPicPr>
                <p:nvPr/>
              </p:nvPicPr>
              <p:blipFill>
                <a:blip r:embed="rId8"/>
                <a:stretch>
                  <a:fillRect/>
                </a:stretch>
              </p:blipFill>
              <p:spPr>
                <a:xfrm>
                  <a:off x="-3177566"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AD0A3DEC-7EEF-CC77-9FCC-681E2F1913E4}"/>
                    </a:ext>
                  </a:extLst>
                </p:cNvPr>
                <p:cNvGraphicFramePr>
                  <a:graphicFrameLocks noChangeAspect="1"/>
                </p:cNvGraphicFramePr>
                <p:nvPr/>
              </p:nvGraphicFramePr>
              <p:xfrm>
                <a:off x="12118465" y="2864524"/>
                <a:ext cx="3266811" cy="2039098"/>
              </p:xfrm>
              <a:graphic>
                <a:graphicData uri="http://schemas.microsoft.com/office/powerpoint/2016/slidezoom">
                  <pslz:sldZm>
                    <pslz:sldZmObj sldId="262" cId="2475566245">
                      <pslz:zmPr id="{7235CB18-7255-EB4E-B197-943000BDF2F5}" transitionDur="1000">
                        <p166:blipFill xmlns:p166="http://schemas.microsoft.com/office/powerpoint/2016/6/main">
                          <a:blip r:embed="rId9"/>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8" name="Slide Zoom 7">
                  <a:extLst>
                    <a:ext uri="{FF2B5EF4-FFF2-40B4-BE49-F238E27FC236}">
                      <a16:creationId xmlns:a16="http://schemas.microsoft.com/office/drawing/2014/main" id="{AD0A3DEC-7EEF-CC77-9FCC-681E2F1913E4}"/>
                    </a:ext>
                  </a:extLst>
                </p:cNvPr>
                <p:cNvPicPr>
                  <a:picLocks noGrp="1" noRot="1" noChangeAspect="1" noMove="1" noResize="1" noEditPoints="1" noAdjustHandles="1" noChangeArrowheads="1" noChangeShapeType="1"/>
                </p:cNvPicPr>
                <p:nvPr/>
              </p:nvPicPr>
              <p:blipFill>
                <a:blip r:embed="rId10"/>
                <a:stretch>
                  <a:fillRect/>
                </a:stretch>
              </p:blipFill>
              <p:spPr>
                <a:xfrm>
                  <a:off x="388920"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87C95CC6-B9E6-B3B4-109A-209A2E9F3C20}"/>
                    </a:ext>
                  </a:extLst>
                </p:cNvPr>
                <p:cNvGraphicFramePr>
                  <a:graphicFrameLocks noChangeAspect="1"/>
                </p:cNvGraphicFramePr>
                <p:nvPr/>
              </p:nvGraphicFramePr>
              <p:xfrm>
                <a:off x="15684951" y="2864524"/>
                <a:ext cx="3266811" cy="2039098"/>
              </p:xfrm>
              <a:graphic>
                <a:graphicData uri="http://schemas.microsoft.com/office/powerpoint/2016/slidezoom">
                  <pslz:sldZm>
                    <pslz:sldZmObj sldId="263" cId="527867077">
                      <pslz:zmPr id="{D3B5B5CD-8B78-3149-8F9C-3FC4526AE851}" transitionDur="1000">
                        <p166:blipFill xmlns:p166="http://schemas.microsoft.com/office/powerpoint/2016/6/main">
                          <a:blip r:embed="rId11"/>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0" name="Slide Zoom 9">
                  <a:extLst>
                    <a:ext uri="{FF2B5EF4-FFF2-40B4-BE49-F238E27FC236}">
                      <a16:creationId xmlns:a16="http://schemas.microsoft.com/office/drawing/2014/main" id="{87C95CC6-B9E6-B3B4-109A-209A2E9F3C20}"/>
                    </a:ext>
                  </a:extLst>
                </p:cNvPr>
                <p:cNvPicPr>
                  <a:picLocks noGrp="1" noRot="1" noChangeAspect="1" noMove="1" noResize="1" noEditPoints="1" noAdjustHandles="1" noChangeArrowheads="1" noChangeShapeType="1"/>
                </p:cNvPicPr>
                <p:nvPr/>
              </p:nvPicPr>
              <p:blipFill>
                <a:blip r:embed="rId12"/>
                <a:stretch>
                  <a:fillRect/>
                </a:stretch>
              </p:blipFill>
              <p:spPr>
                <a:xfrm>
                  <a:off x="3955406"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A11ED695-F00F-6FFD-C283-0F87D0B5A23F}"/>
                    </a:ext>
                  </a:extLst>
                </p:cNvPr>
                <p:cNvGraphicFramePr>
                  <a:graphicFrameLocks noChangeAspect="1"/>
                </p:cNvGraphicFramePr>
                <p:nvPr/>
              </p:nvGraphicFramePr>
              <p:xfrm>
                <a:off x="22794980" y="2864524"/>
                <a:ext cx="3266811" cy="2039098"/>
              </p:xfrm>
              <a:graphic>
                <a:graphicData uri="http://schemas.microsoft.com/office/powerpoint/2016/slidezoom">
                  <pslz:sldZm>
                    <pslz:sldZmObj sldId="264" cId="1882459836">
                      <pslz:zmPr id="{6329E215-F3D9-0F45-948C-3FDC81A76459}" transitionDur="1000">
                        <p166:blipFill xmlns:p166="http://schemas.microsoft.com/office/powerpoint/2016/6/main">
                          <a:blip r:embed="rId13"/>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2" name="Slide Zoom 11">
                  <a:extLst>
                    <a:ext uri="{FF2B5EF4-FFF2-40B4-BE49-F238E27FC236}">
                      <a16:creationId xmlns:a16="http://schemas.microsoft.com/office/drawing/2014/main" id="{A11ED695-F00F-6FFD-C283-0F87D0B5A23F}"/>
                    </a:ext>
                  </a:extLst>
                </p:cNvPr>
                <p:cNvPicPr>
                  <a:picLocks noGrp="1" noRot="1" noChangeAspect="1" noMove="1" noResize="1" noEditPoints="1" noAdjustHandles="1" noChangeArrowheads="1" noChangeShapeType="1"/>
                </p:cNvPicPr>
                <p:nvPr/>
              </p:nvPicPr>
              <p:blipFill>
                <a:blip r:embed="rId14"/>
                <a:stretch>
                  <a:fillRect/>
                </a:stretch>
              </p:blipFill>
              <p:spPr>
                <a:xfrm>
                  <a:off x="11065435"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24CD3854-A5B6-7ACE-1360-F2940FCEF275}"/>
                    </a:ext>
                  </a:extLst>
                </p:cNvPr>
                <p:cNvGraphicFramePr>
                  <a:graphicFrameLocks noChangeAspect="1"/>
                </p:cNvGraphicFramePr>
                <p:nvPr/>
              </p:nvGraphicFramePr>
              <p:xfrm>
                <a:off x="26459400" y="2864524"/>
                <a:ext cx="3266811" cy="2039098"/>
              </p:xfrm>
              <a:graphic>
                <a:graphicData uri="http://schemas.microsoft.com/office/powerpoint/2016/slidezoom">
                  <pslz:sldZm>
                    <pslz:sldZmObj sldId="265" cId="2626917773">
                      <pslz:zmPr id="{940EA00E-73E1-0E43-B14D-4C21FAFA259F}" transitionDur="1000">
                        <p166:blipFill xmlns:p166="http://schemas.microsoft.com/office/powerpoint/2016/6/main">
                          <a:blip r:embed="rId15"/>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4" name="Slide Zoom 13">
                  <a:extLst>
                    <a:ext uri="{FF2B5EF4-FFF2-40B4-BE49-F238E27FC236}">
                      <a16:creationId xmlns:a16="http://schemas.microsoft.com/office/drawing/2014/main" id="{24CD3854-A5B6-7ACE-1360-F2940FCEF275}"/>
                    </a:ext>
                  </a:extLst>
                </p:cNvPr>
                <p:cNvPicPr>
                  <a:picLocks noGrp="1" noRot="1" noChangeAspect="1" noMove="1" noResize="1" noEditPoints="1" noAdjustHandles="1" noChangeArrowheads="1" noChangeShapeType="1"/>
                </p:cNvPicPr>
                <p:nvPr/>
              </p:nvPicPr>
              <p:blipFill>
                <a:blip r:embed="rId16"/>
                <a:stretch>
                  <a:fillRect/>
                </a:stretch>
              </p:blipFill>
              <p:spPr>
                <a:xfrm>
                  <a:off x="14729855" y="2822164"/>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54F5D683-FA68-E28B-3BCB-30CFA37D9F80}"/>
                    </a:ext>
                  </a:extLst>
                </p:cNvPr>
                <p:cNvGraphicFramePr>
                  <a:graphicFrameLocks noChangeAspect="1"/>
                </p:cNvGraphicFramePr>
                <p:nvPr/>
              </p:nvGraphicFramePr>
              <p:xfrm>
                <a:off x="19349371" y="2864524"/>
                <a:ext cx="3048000" cy="2039098"/>
              </p:xfrm>
              <a:graphic>
                <a:graphicData uri="http://schemas.microsoft.com/office/powerpoint/2016/slidezoom">
                  <pslz:sldZm>
                    <pslz:sldZmObj sldId="269" cId="2775437429">
                      <pslz:zmPr id="{66631590-91CD-714A-8005-9A170BCFAC2F}" transitionDur="1000">
                        <p166:blipFill xmlns:p166="http://schemas.microsoft.com/office/powerpoint/2016/6/main">
                          <a:blip r:embed="rId17"/>
                          <a:stretch>
                            <a:fillRect/>
                          </a:stretch>
                        </p166:blipFill>
                        <p166:spPr xmlns:p166="http://schemas.microsoft.com/office/powerpoint/2016/6/main">
                          <a:xfrm>
                            <a:off x="0" y="0"/>
                            <a:ext cx="3048000"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31" name="Slide Zoom 30">
                  <a:extLst>
                    <a:ext uri="{FF2B5EF4-FFF2-40B4-BE49-F238E27FC236}">
                      <a16:creationId xmlns:a16="http://schemas.microsoft.com/office/drawing/2014/main" id="{54F5D683-FA68-E28B-3BCB-30CFA37D9F80}"/>
                    </a:ext>
                  </a:extLst>
                </p:cNvPr>
                <p:cNvPicPr>
                  <a:picLocks noGrp="1" noRot="1" noChangeAspect="1" noMove="1" noResize="1" noEditPoints="1" noAdjustHandles="1" noChangeArrowheads="1" noChangeShapeType="1"/>
                </p:cNvPicPr>
                <p:nvPr/>
              </p:nvPicPr>
              <p:blipFill>
                <a:blip r:embed="rId18"/>
                <a:stretch>
                  <a:fillRect/>
                </a:stretch>
              </p:blipFill>
              <p:spPr>
                <a:xfrm>
                  <a:off x="7619826" y="2822164"/>
                  <a:ext cx="3048000" cy="2039098"/>
                </a:xfrm>
                <a:prstGeom prst="rect">
                  <a:avLst/>
                </a:prstGeom>
                <a:ln w="3175">
                  <a:noFill/>
                </a:ln>
                <a:effectLst>
                  <a:reflection blurRad="6350" stA="50000" endA="300" endPos="55000" dir="5400000" sy="-100000" algn="bl" rotWithShape="0"/>
                </a:effectLst>
              </p:spPr>
            </p:pic>
          </mc:Fallback>
        </mc:AlternateContent>
      </p:grpSp>
      <p:pic>
        <p:nvPicPr>
          <p:cNvPr id="34" name="Graphic 33" descr="Circle with left arrow with solid fill">
            <a:hlinkClick r:id="" action="ppaction://hlinkshowjump?jump=nextslide"/>
            <a:extLst>
              <a:ext uri="{FF2B5EF4-FFF2-40B4-BE49-F238E27FC236}">
                <a16:creationId xmlns:a16="http://schemas.microsoft.com/office/drawing/2014/main" id="{61995F91-BD91-93EA-28D5-8DF44505E88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flipH="1" flipV="1">
            <a:off x="1325722" y="6110483"/>
            <a:ext cx="604345" cy="604345"/>
          </a:xfrm>
          <a:prstGeom prst="rect">
            <a:avLst/>
          </a:prstGeom>
          <a:effectLst>
            <a:outerShdw blurRad="50800" dist="50800" dir="5400000" algn="ctr" rotWithShape="0">
              <a:srgbClr val="000000">
                <a:alpha val="58901"/>
              </a:srgbClr>
            </a:outerShdw>
            <a:reflection stA="45000" endPos="21835" dist="50800" dir="5400000" sy="-100000" algn="bl" rotWithShape="0"/>
          </a:effectLst>
        </p:spPr>
      </p:pic>
      <p:pic>
        <p:nvPicPr>
          <p:cNvPr id="5" name="Graphic 4" descr="Circle with left arrow with solid fill">
            <a:hlinkClick r:id="" action="ppaction://hlinkshowjump?jump=previousslide"/>
            <a:extLst>
              <a:ext uri="{FF2B5EF4-FFF2-40B4-BE49-F238E27FC236}">
                <a16:creationId xmlns:a16="http://schemas.microsoft.com/office/drawing/2014/main" id="{F29CF712-1C77-6409-39C2-8A0C98204E0D}"/>
              </a:ext>
            </a:extLst>
          </p:cNvPr>
          <p:cNvPicPr>
            <a:picLocks noChangeAspect="1"/>
          </p:cNvPicPr>
          <p:nvPr/>
        </p:nvPicPr>
        <p:blipFill>
          <a:blip r:embed="rId19">
            <a:extLst>
              <a:ext uri="{96DAC541-7B7A-43D3-8B79-37D633B846F1}">
                <asvg:svgBlip xmlns:asvg="http://schemas.microsoft.com/office/drawing/2016/SVG/main" r:embed="rId21"/>
              </a:ext>
            </a:extLst>
          </a:blip>
          <a:stretch>
            <a:fillRect/>
          </a:stretch>
        </p:blipFill>
        <p:spPr>
          <a:xfrm>
            <a:off x="360698" y="6110482"/>
            <a:ext cx="604345" cy="604345"/>
          </a:xfrm>
          <a:prstGeom prst="rect">
            <a:avLst/>
          </a:prstGeom>
          <a:effectLst>
            <a:outerShdw blurRad="50800" dist="50800" dir="5400000" algn="ctr" rotWithShape="0">
              <a:srgbClr val="000000">
                <a:alpha val="83925"/>
              </a:srgbClr>
            </a:outerShdw>
            <a:reflection endPos="24000" dist="50800" dir="5400000" sy="-100000" algn="bl" rotWithShape="0"/>
          </a:effectLst>
        </p:spPr>
      </p:pic>
    </p:spTree>
    <p:extLst>
      <p:ext uri="{BB962C8B-B14F-4D97-AF65-F5344CB8AC3E}">
        <p14:creationId xmlns:p14="http://schemas.microsoft.com/office/powerpoint/2010/main" val="3092145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ue mountain range with a blue sky&#10;&#10;Description automatically generated with medium confidence">
            <a:extLst>
              <a:ext uri="{FF2B5EF4-FFF2-40B4-BE49-F238E27FC236}">
                <a16:creationId xmlns:a16="http://schemas.microsoft.com/office/drawing/2014/main" id="{D17647A9-30B7-C437-D8DC-03EF2BA8DB2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t="15110" r="1250" b="1060"/>
          <a:stretch/>
        </p:blipFill>
        <p:spPr>
          <a:xfrm>
            <a:off x="19" y="1282"/>
            <a:ext cx="12191981" cy="6856718"/>
          </a:xfrm>
          <a:prstGeom prst="rect">
            <a:avLst/>
          </a:prstGeom>
          <a:ln>
            <a:solidFill>
              <a:schemeClr val="tx1"/>
            </a:solidFill>
          </a:ln>
        </p:spPr>
      </p:pic>
      <p:sp>
        <p:nvSpPr>
          <p:cNvPr id="25" name="TextBox 24">
            <a:extLst>
              <a:ext uri="{FF2B5EF4-FFF2-40B4-BE49-F238E27FC236}">
                <a16:creationId xmlns:a16="http://schemas.microsoft.com/office/drawing/2014/main" id="{04705FF2-DE74-7E4D-7341-B076EF7A2FB5}"/>
              </a:ext>
            </a:extLst>
          </p:cNvPr>
          <p:cNvSpPr txBox="1"/>
          <p:nvPr/>
        </p:nvSpPr>
        <p:spPr>
          <a:xfrm>
            <a:off x="3547064" y="0"/>
            <a:ext cx="5103160" cy="1569660"/>
          </a:xfrm>
          <a:prstGeom prst="rect">
            <a:avLst/>
          </a:prstGeom>
          <a:noFill/>
        </p:spPr>
        <p:txBody>
          <a:bodyPr wrap="square" rtlCol="0">
            <a:spAutoFit/>
          </a:bodyPr>
          <a:lstStyle/>
          <a:p>
            <a:endParaRPr lang="en-US" sz="1800" u="sng" dirty="0">
              <a:latin typeface="Aharoni" panose="02010803020104030203" pitchFamily="2" charset="-79"/>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strike="noStrike" kern="1200" cap="none" spc="0" normalizeH="0" baseline="0" noProof="0" dirty="0">
                <a:ln>
                  <a:noFill/>
                </a:ln>
                <a:solidFill>
                  <a:prstClr val="black"/>
                </a:solidFill>
                <a:effectLst>
                  <a:outerShdw blurRad="134528" dist="22609" dir="1440000" sx="113953" sy="113953" algn="tl" rotWithShape="0">
                    <a:prstClr val="black">
                      <a:alpha val="30358"/>
                    </a:prstClr>
                  </a:outerShdw>
                </a:effectLst>
                <a:uLnTx/>
                <a:uFillTx/>
                <a:latin typeface="Baskerville Old Face" panose="02020602080505020303" pitchFamily="18" charset="77"/>
                <a:cs typeface="Aharoni" panose="02010803020104030203" pitchFamily="2" charset="-79"/>
              </a:rPr>
              <a:t>K I N E S I C S</a:t>
            </a:r>
          </a:p>
          <a:p>
            <a:endParaRPr lang="en-US" u="sng" dirty="0">
              <a:effectLst>
                <a:outerShdw blurRad="50800" dist="38100" dir="16200000" rotWithShape="0">
                  <a:prstClr val="black">
                    <a:alpha val="40000"/>
                  </a:prstClr>
                </a:outerShdw>
              </a:effectLst>
            </a:endParaRPr>
          </a:p>
        </p:txBody>
      </p:sp>
      <p:sp>
        <p:nvSpPr>
          <p:cNvPr id="26" name="TextBox 25">
            <a:extLst>
              <a:ext uri="{FF2B5EF4-FFF2-40B4-BE49-F238E27FC236}">
                <a16:creationId xmlns:a16="http://schemas.microsoft.com/office/drawing/2014/main" id="{3E68B05F-20CB-848D-DF88-BDE863C5BA43}"/>
              </a:ext>
            </a:extLst>
          </p:cNvPr>
          <p:cNvSpPr txBox="1"/>
          <p:nvPr/>
        </p:nvSpPr>
        <p:spPr>
          <a:xfrm>
            <a:off x="4389174" y="1184939"/>
            <a:ext cx="4261050" cy="769441"/>
          </a:xfrm>
          <a:prstGeom prst="rect">
            <a:avLst/>
          </a:prstGeom>
          <a:noFill/>
        </p:spPr>
        <p:txBody>
          <a:bodyPr wrap="square" rtlCol="0">
            <a:spAutoFit/>
          </a:bodyPr>
          <a:lstStyle/>
          <a:p>
            <a:r>
              <a:rPr lang="en-US" sz="4400" i="1" dirty="0">
                <a:latin typeface="Lucida Fax" panose="02060602050505020204" pitchFamily="18" charset="77"/>
              </a:rPr>
              <a:t>O U T L I N E</a:t>
            </a:r>
          </a:p>
        </p:txBody>
      </p:sp>
      <mc:AlternateContent xmlns:mc="http://schemas.openxmlformats.org/markup-compatibility/2006">
        <mc:Choice xmlns:am3d="http://schemas.microsoft.com/office/drawing/2017/model3d" Requires="am3d">
          <p:graphicFrame>
            <p:nvGraphicFramePr>
              <p:cNvPr id="2" name="3D Model 1" descr="Give this head a face">
                <a:extLst>
                  <a:ext uri="{FF2B5EF4-FFF2-40B4-BE49-F238E27FC236}">
                    <a16:creationId xmlns:a16="http://schemas.microsoft.com/office/drawing/2014/main" id="{99B2B1AB-A056-16E0-A8D2-AC5DFDC4E5D5}"/>
                  </a:ext>
                </a:extLst>
              </p:cNvPr>
              <p:cNvGraphicFramePr>
                <a:graphicFrameLocks noChangeAspect="1"/>
              </p:cNvGraphicFramePr>
              <p:nvPr/>
            </p:nvGraphicFramePr>
            <p:xfrm>
              <a:off x="1325722" y="129512"/>
              <a:ext cx="2334068" cy="2735012"/>
            </p:xfrm>
            <a:graphic>
              <a:graphicData uri="http://schemas.microsoft.com/office/drawing/2017/model3d">
                <am3d:model3d r:embed="rId4">
                  <am3d:spPr>
                    <a:xfrm>
                      <a:off x="0" y="0"/>
                      <a:ext cx="2334068" cy="2735012"/>
                    </a:xfrm>
                    <a:prstGeom prst="rect">
                      <a:avLst/>
                    </a:prstGeom>
                  </am3d:spPr>
                  <am3d:camera>
                    <am3d:pos x="0" y="0" z="69640956"/>
                    <am3d:up dx="0" dy="36000000" dz="0"/>
                    <am3d:lookAt x="0" y="0" z="0"/>
                    <am3d:perspective fov="2700000"/>
                  </am3d:camera>
                  <am3d:trans>
                    <am3d:meterPerModelUnit n="3601722" d="1000000"/>
                    <am3d:preTrans dx="0" dy="-18020637" dz="-690"/>
                    <am3d:scale>
                      <am3d:sx n="1000000" d="1000000"/>
                      <am3d:sy n="1000000" d="1000000"/>
                      <am3d:sz n="1000000" d="1000000"/>
                    </am3d:scale>
                    <am3d:rot ax="8" ay="2935058" az="5"/>
                    <am3d:postTrans dx="0" dy="0" dz="0"/>
                  </am3d:trans>
                  <am3d:raster rName="Office3DRenderer" rVer="16.0.8326">
                    <am3d:blip r:embed="rId5"/>
                  </am3d:raster>
                  <am3d:objViewport viewportSz="38805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Give this head a face">
                <a:extLst>
                  <a:ext uri="{FF2B5EF4-FFF2-40B4-BE49-F238E27FC236}">
                    <a16:creationId xmlns:a16="http://schemas.microsoft.com/office/drawing/2014/main" id="{99B2B1AB-A056-16E0-A8D2-AC5DFDC4E5D5}"/>
                  </a:ext>
                </a:extLst>
              </p:cNvPr>
              <p:cNvPicPr>
                <a:picLocks noGrp="1" noRot="1" noChangeAspect="1" noMove="1" noResize="1" noEditPoints="1" noAdjustHandles="1" noChangeArrowheads="1" noChangeShapeType="1" noCrop="1"/>
              </p:cNvPicPr>
              <p:nvPr/>
            </p:nvPicPr>
            <p:blipFill>
              <a:blip r:embed="rId5"/>
              <a:stretch>
                <a:fillRect/>
              </a:stretch>
            </p:blipFill>
            <p:spPr>
              <a:xfrm>
                <a:off x="1325722" y="129512"/>
                <a:ext cx="2334068" cy="2735012"/>
              </a:xfrm>
              <a:prstGeom prst="rect">
                <a:avLst/>
              </a:prstGeom>
            </p:spPr>
          </p:pic>
        </mc:Fallback>
      </mc:AlternateContent>
      <p:grpSp>
        <p:nvGrpSpPr>
          <p:cNvPr id="32" name="Group 31">
            <a:extLst>
              <a:ext uri="{FF2B5EF4-FFF2-40B4-BE49-F238E27FC236}">
                <a16:creationId xmlns:a16="http://schemas.microsoft.com/office/drawing/2014/main" id="{1F7162B4-2451-3957-5F12-20CB8BADB4F5}"/>
              </a:ext>
            </a:extLst>
          </p:cNvPr>
          <p:cNvGrpSpPr/>
          <p:nvPr/>
        </p:nvGrpSpPr>
        <p:grpSpPr>
          <a:xfrm>
            <a:off x="-14264205" y="2973928"/>
            <a:ext cx="24740718" cy="2039098"/>
            <a:chOff x="4985493" y="2864524"/>
            <a:chExt cx="24740718" cy="2039098"/>
          </a:xfrm>
        </p:grpSpPr>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12141BC1-DA1B-F3AD-9933-100AF5B7A4FC}"/>
                    </a:ext>
                  </a:extLst>
                </p:cNvPr>
                <p:cNvGraphicFramePr>
                  <a:graphicFrameLocks noChangeAspect="1"/>
                </p:cNvGraphicFramePr>
                <p:nvPr/>
              </p:nvGraphicFramePr>
              <p:xfrm>
                <a:off x="4985493" y="2864524"/>
                <a:ext cx="3266811" cy="2039098"/>
              </p:xfrm>
              <a:graphic>
                <a:graphicData uri="http://schemas.microsoft.com/office/powerpoint/2016/slidezoom">
                  <pslz:sldZm>
                    <pslz:sldZmObj sldId="260" cId="370609756">
                      <pslz:zmPr id="{3DCA6358-30BF-0649-BB47-584EDBC35495}" transitionDur="1000">
                        <p166:blipFill xmlns:p166="http://schemas.microsoft.com/office/powerpoint/2016/6/main">
                          <a:blip r:embed="rId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4" name="Slide Zoom 3">
                  <a:extLst>
                    <a:ext uri="{FF2B5EF4-FFF2-40B4-BE49-F238E27FC236}">
                      <a16:creationId xmlns:a16="http://schemas.microsoft.com/office/drawing/2014/main" id="{12141BC1-DA1B-F3AD-9933-100AF5B7A4FC}"/>
                    </a:ext>
                  </a:extLst>
                </p:cNvPr>
                <p:cNvPicPr>
                  <a:picLocks noGrp="1" noRot="1" noChangeAspect="1" noMove="1" noResize="1" noEditPoints="1" noAdjustHandles="1" noChangeArrowheads="1" noChangeShapeType="1"/>
                </p:cNvPicPr>
                <p:nvPr/>
              </p:nvPicPr>
              <p:blipFill>
                <a:blip r:embed="rId7"/>
                <a:stretch>
                  <a:fillRect/>
                </a:stretch>
              </p:blipFill>
              <p:spPr>
                <a:xfrm>
                  <a:off x="-14264205"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1FBF80B8-8943-52AB-C5AA-3ED0C462B354}"/>
                    </a:ext>
                  </a:extLst>
                </p:cNvPr>
                <p:cNvGraphicFramePr>
                  <a:graphicFrameLocks noChangeAspect="1"/>
                </p:cNvGraphicFramePr>
                <p:nvPr/>
              </p:nvGraphicFramePr>
              <p:xfrm>
                <a:off x="8551979" y="2864524"/>
                <a:ext cx="3266811" cy="2039098"/>
              </p:xfrm>
              <a:graphic>
                <a:graphicData uri="http://schemas.microsoft.com/office/powerpoint/2016/slidezoom">
                  <pslz:sldZm>
                    <pslz:sldZmObj sldId="261" cId="2835018145">
                      <pslz:zmPr id="{9230ABCB-4031-BD48-83D8-2646B94C2061}" transitionDur="1000">
                        <p166:blipFill xmlns:p166="http://schemas.microsoft.com/office/powerpoint/2016/6/main">
                          <a:blip r:embed="rId8"/>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6" name="Slide Zoom 5">
                  <a:extLst>
                    <a:ext uri="{FF2B5EF4-FFF2-40B4-BE49-F238E27FC236}">
                      <a16:creationId xmlns:a16="http://schemas.microsoft.com/office/drawing/2014/main" id="{1FBF80B8-8943-52AB-C5AA-3ED0C462B354}"/>
                    </a:ext>
                  </a:extLst>
                </p:cNvPr>
                <p:cNvPicPr>
                  <a:picLocks noGrp="1" noRot="1" noChangeAspect="1" noMove="1" noResize="1" noEditPoints="1" noAdjustHandles="1" noChangeArrowheads="1" noChangeShapeType="1"/>
                </p:cNvPicPr>
                <p:nvPr/>
              </p:nvPicPr>
              <p:blipFill>
                <a:blip r:embed="rId9"/>
                <a:stretch>
                  <a:fillRect/>
                </a:stretch>
              </p:blipFill>
              <p:spPr>
                <a:xfrm>
                  <a:off x="-10697719"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AD0A3DEC-7EEF-CC77-9FCC-681E2F1913E4}"/>
                    </a:ext>
                  </a:extLst>
                </p:cNvPr>
                <p:cNvGraphicFramePr>
                  <a:graphicFrameLocks noChangeAspect="1"/>
                </p:cNvGraphicFramePr>
                <p:nvPr/>
              </p:nvGraphicFramePr>
              <p:xfrm>
                <a:off x="12118465" y="2864524"/>
                <a:ext cx="3266811" cy="2039098"/>
              </p:xfrm>
              <a:graphic>
                <a:graphicData uri="http://schemas.microsoft.com/office/powerpoint/2016/slidezoom">
                  <pslz:sldZm>
                    <pslz:sldZmObj sldId="262" cId="2475566245">
                      <pslz:zmPr id="{7235CB18-7255-EB4E-B197-943000BDF2F5}" transitionDur="1000">
                        <p166:blipFill xmlns:p166="http://schemas.microsoft.com/office/powerpoint/2016/6/main">
                          <a:blip r:embed="rId10"/>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8" name="Slide Zoom 7">
                  <a:extLst>
                    <a:ext uri="{FF2B5EF4-FFF2-40B4-BE49-F238E27FC236}">
                      <a16:creationId xmlns:a16="http://schemas.microsoft.com/office/drawing/2014/main" id="{AD0A3DEC-7EEF-CC77-9FCC-681E2F1913E4}"/>
                    </a:ext>
                  </a:extLst>
                </p:cNvPr>
                <p:cNvPicPr>
                  <a:picLocks noGrp="1" noRot="1" noChangeAspect="1" noMove="1" noResize="1" noEditPoints="1" noAdjustHandles="1" noChangeArrowheads="1" noChangeShapeType="1"/>
                </p:cNvPicPr>
                <p:nvPr/>
              </p:nvPicPr>
              <p:blipFill>
                <a:blip r:embed="rId11"/>
                <a:stretch>
                  <a:fillRect/>
                </a:stretch>
              </p:blipFill>
              <p:spPr>
                <a:xfrm>
                  <a:off x="-7131233"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87C95CC6-B9E6-B3B4-109A-209A2E9F3C20}"/>
                    </a:ext>
                  </a:extLst>
                </p:cNvPr>
                <p:cNvGraphicFramePr>
                  <a:graphicFrameLocks noChangeAspect="1"/>
                </p:cNvGraphicFramePr>
                <p:nvPr/>
              </p:nvGraphicFramePr>
              <p:xfrm>
                <a:off x="15684951" y="2864524"/>
                <a:ext cx="3266811" cy="2039098"/>
              </p:xfrm>
              <a:graphic>
                <a:graphicData uri="http://schemas.microsoft.com/office/powerpoint/2016/slidezoom">
                  <pslz:sldZm>
                    <pslz:sldZmObj sldId="263" cId="527867077">
                      <pslz:zmPr id="{D3B5B5CD-8B78-3149-8F9C-3FC4526AE851}" transitionDur="1000">
                        <p166:blipFill xmlns:p166="http://schemas.microsoft.com/office/powerpoint/2016/6/main">
                          <a:blip r:embed="rId12"/>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0" name="Slide Zoom 9">
                  <a:extLst>
                    <a:ext uri="{FF2B5EF4-FFF2-40B4-BE49-F238E27FC236}">
                      <a16:creationId xmlns:a16="http://schemas.microsoft.com/office/drawing/2014/main" id="{87C95CC6-B9E6-B3B4-109A-209A2E9F3C20}"/>
                    </a:ext>
                  </a:extLst>
                </p:cNvPr>
                <p:cNvPicPr>
                  <a:picLocks noGrp="1" noRot="1" noChangeAspect="1" noMove="1" noResize="1" noEditPoints="1" noAdjustHandles="1" noChangeArrowheads="1" noChangeShapeType="1"/>
                </p:cNvPicPr>
                <p:nvPr/>
              </p:nvPicPr>
              <p:blipFill>
                <a:blip r:embed="rId13"/>
                <a:stretch>
                  <a:fillRect/>
                </a:stretch>
              </p:blipFill>
              <p:spPr>
                <a:xfrm>
                  <a:off x="-3564747"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A11ED695-F00F-6FFD-C283-0F87D0B5A23F}"/>
                    </a:ext>
                  </a:extLst>
                </p:cNvPr>
                <p:cNvGraphicFramePr>
                  <a:graphicFrameLocks noChangeAspect="1"/>
                </p:cNvGraphicFramePr>
                <p:nvPr/>
              </p:nvGraphicFramePr>
              <p:xfrm>
                <a:off x="22794980" y="2864524"/>
                <a:ext cx="3266811" cy="2039098"/>
              </p:xfrm>
              <a:graphic>
                <a:graphicData uri="http://schemas.microsoft.com/office/powerpoint/2016/slidezoom">
                  <pslz:sldZm>
                    <pslz:sldZmObj sldId="264" cId="1882459836">
                      <pslz:zmPr id="{6329E215-F3D9-0F45-948C-3FDC81A76459}" transitionDur="1000">
                        <p166:blipFill xmlns:p166="http://schemas.microsoft.com/office/powerpoint/2016/6/main">
                          <a:blip r:embed="rId14"/>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2" name="Slide Zoom 11">
                  <a:extLst>
                    <a:ext uri="{FF2B5EF4-FFF2-40B4-BE49-F238E27FC236}">
                      <a16:creationId xmlns:a16="http://schemas.microsoft.com/office/drawing/2014/main" id="{A11ED695-F00F-6FFD-C283-0F87D0B5A23F}"/>
                    </a:ext>
                  </a:extLst>
                </p:cNvPr>
                <p:cNvPicPr>
                  <a:picLocks noGrp="1" noRot="1" noChangeAspect="1" noMove="1" noResize="1" noEditPoints="1" noAdjustHandles="1" noChangeArrowheads="1" noChangeShapeType="1"/>
                </p:cNvPicPr>
                <p:nvPr/>
              </p:nvPicPr>
              <p:blipFill>
                <a:blip r:embed="rId15"/>
                <a:stretch>
                  <a:fillRect/>
                </a:stretch>
              </p:blipFill>
              <p:spPr>
                <a:xfrm>
                  <a:off x="3545282"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24CD3854-A5B6-7ACE-1360-F2940FCEF275}"/>
                    </a:ext>
                  </a:extLst>
                </p:cNvPr>
                <p:cNvGraphicFramePr>
                  <a:graphicFrameLocks noChangeAspect="1"/>
                </p:cNvGraphicFramePr>
                <p:nvPr/>
              </p:nvGraphicFramePr>
              <p:xfrm>
                <a:off x="26459400" y="2864524"/>
                <a:ext cx="3266811" cy="2039098"/>
              </p:xfrm>
              <a:graphic>
                <a:graphicData uri="http://schemas.microsoft.com/office/powerpoint/2016/slidezoom">
                  <pslz:sldZm>
                    <pslz:sldZmObj sldId="265" cId="2626917773">
                      <pslz:zmPr id="{940EA00E-73E1-0E43-B14D-4C21FAFA259F}" transitionDur="1000">
                        <p166:blipFill xmlns:p166="http://schemas.microsoft.com/office/powerpoint/2016/6/main">
                          <a:blip r:embed="rId16"/>
                          <a:stretch>
                            <a:fillRect/>
                          </a:stretch>
                        </p166:blipFill>
                        <p166:spPr xmlns:p166="http://schemas.microsoft.com/office/powerpoint/2016/6/main">
                          <a:xfrm>
                            <a:off x="0" y="0"/>
                            <a:ext cx="3266811"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14" name="Slide Zoom 13">
                  <a:extLst>
                    <a:ext uri="{FF2B5EF4-FFF2-40B4-BE49-F238E27FC236}">
                      <a16:creationId xmlns:a16="http://schemas.microsoft.com/office/drawing/2014/main" id="{24CD3854-A5B6-7ACE-1360-F2940FCEF275}"/>
                    </a:ext>
                  </a:extLst>
                </p:cNvPr>
                <p:cNvPicPr>
                  <a:picLocks noGrp="1" noRot="1" noChangeAspect="1" noMove="1" noResize="1" noEditPoints="1" noAdjustHandles="1" noChangeArrowheads="1" noChangeShapeType="1"/>
                </p:cNvPicPr>
                <p:nvPr/>
              </p:nvPicPr>
              <p:blipFill>
                <a:blip r:embed="rId17"/>
                <a:stretch>
                  <a:fillRect/>
                </a:stretch>
              </p:blipFill>
              <p:spPr>
                <a:xfrm>
                  <a:off x="7209702" y="2973928"/>
                  <a:ext cx="3266811" cy="2039098"/>
                </a:xfrm>
                <a:prstGeom prst="rect">
                  <a:avLst/>
                </a:prstGeom>
                <a:ln w="3175">
                  <a:noFill/>
                </a:ln>
                <a:effectLst>
                  <a:reflection blurRad="6350" stA="50000" endA="300" endPos="55000" dir="5400000" sy="-100000" algn="bl" rotWithShape="0"/>
                </a:effectLst>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54F5D683-FA68-E28B-3BCB-30CFA37D9F80}"/>
                    </a:ext>
                  </a:extLst>
                </p:cNvPr>
                <p:cNvGraphicFramePr>
                  <a:graphicFrameLocks noChangeAspect="1"/>
                </p:cNvGraphicFramePr>
                <p:nvPr/>
              </p:nvGraphicFramePr>
              <p:xfrm>
                <a:off x="19349371" y="2864524"/>
                <a:ext cx="3048000" cy="2039098"/>
              </p:xfrm>
              <a:graphic>
                <a:graphicData uri="http://schemas.microsoft.com/office/powerpoint/2016/slidezoom">
                  <pslz:sldZm>
                    <pslz:sldZmObj sldId="269" cId="2775437429">
                      <pslz:zmPr id="{66631590-91CD-714A-8005-9A170BCFAC2F}" transitionDur="1000">
                        <p166:blipFill xmlns:p166="http://schemas.microsoft.com/office/powerpoint/2016/6/main">
                          <a:blip r:embed="rId18"/>
                          <a:stretch>
                            <a:fillRect/>
                          </a:stretch>
                        </p166:blipFill>
                        <p166:spPr xmlns:p166="http://schemas.microsoft.com/office/powerpoint/2016/6/main">
                          <a:xfrm>
                            <a:off x="0" y="0"/>
                            <a:ext cx="3048000" cy="2039098"/>
                          </a:xfrm>
                          <a:prstGeom prst="rect">
                            <a:avLst/>
                          </a:prstGeom>
                          <a:ln w="3175">
                            <a:noFill/>
                          </a:ln>
                          <a:effectLst>
                            <a:reflection blurRad="6350" stA="50000" endA="300" endPos="55000" dir="5400000" sy="-100000" algn="bl" rotWithShape="0"/>
                          </a:effectLst>
                        </p166:spPr>
                      </pslz:zmPr>
                    </pslz:sldZmObj>
                  </pslz:sldZm>
                </a:graphicData>
              </a:graphic>
            </p:graphicFrame>
          </mc:Choice>
          <mc:Fallback xmlns="">
            <p:pic>
              <p:nvPicPr>
                <p:cNvPr id="31" name="Slide Zoom 30">
                  <a:extLst>
                    <a:ext uri="{FF2B5EF4-FFF2-40B4-BE49-F238E27FC236}">
                      <a16:creationId xmlns:a16="http://schemas.microsoft.com/office/drawing/2014/main" id="{54F5D683-FA68-E28B-3BCB-30CFA37D9F80}"/>
                    </a:ext>
                  </a:extLst>
                </p:cNvPr>
                <p:cNvPicPr>
                  <a:picLocks noGrp="1" noRot="1" noChangeAspect="1" noMove="1" noResize="1" noEditPoints="1" noAdjustHandles="1" noChangeArrowheads="1" noChangeShapeType="1"/>
                </p:cNvPicPr>
                <p:nvPr/>
              </p:nvPicPr>
              <p:blipFill>
                <a:blip r:embed="rId19"/>
                <a:stretch>
                  <a:fillRect/>
                </a:stretch>
              </p:blipFill>
              <p:spPr>
                <a:xfrm>
                  <a:off x="99673" y="2973928"/>
                  <a:ext cx="3048000" cy="2039098"/>
                </a:xfrm>
                <a:prstGeom prst="rect">
                  <a:avLst/>
                </a:prstGeom>
                <a:ln w="3175">
                  <a:noFill/>
                </a:ln>
                <a:effectLst>
                  <a:reflection blurRad="6350" stA="50000" endA="300" endPos="55000" dir="5400000" sy="-100000" algn="bl" rotWithShape="0"/>
                </a:effectLst>
              </p:spPr>
            </p:pic>
          </mc:Fallback>
        </mc:AlternateContent>
      </p:grpSp>
      <p:pic>
        <p:nvPicPr>
          <p:cNvPr id="34" name="Graphic 33" descr="Circle with left arrow with solid fill">
            <a:hlinkClick r:id="" action="ppaction://hlinkshowjump?jump=nextslide"/>
            <a:extLst>
              <a:ext uri="{FF2B5EF4-FFF2-40B4-BE49-F238E27FC236}">
                <a16:creationId xmlns:a16="http://schemas.microsoft.com/office/drawing/2014/main" id="{61995F91-BD91-93EA-28D5-8DF44505E88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flipH="1" flipV="1">
            <a:off x="1325722" y="6986230"/>
            <a:ext cx="604345" cy="604345"/>
          </a:xfrm>
          <a:prstGeom prst="rect">
            <a:avLst/>
          </a:prstGeom>
          <a:effectLst>
            <a:outerShdw blurRad="50800" dist="50800" dir="5400000" algn="ctr" rotWithShape="0">
              <a:srgbClr val="000000">
                <a:alpha val="58901"/>
              </a:srgbClr>
            </a:outerShdw>
            <a:reflection stA="45000" endPos="21835" dist="50800" dir="5400000" sy="-100000" algn="bl" rotWithShape="0"/>
          </a:effectLst>
        </p:spPr>
      </p:pic>
      <p:pic>
        <p:nvPicPr>
          <p:cNvPr id="3" name="Graphic 2" descr="Circle with left arrow with solid fill">
            <a:hlinkClick r:id="" action="ppaction://hlinkshowjump?jump=previousslide"/>
            <a:extLst>
              <a:ext uri="{FF2B5EF4-FFF2-40B4-BE49-F238E27FC236}">
                <a16:creationId xmlns:a16="http://schemas.microsoft.com/office/drawing/2014/main" id="{1D08CD35-C7FC-4CDE-D577-B4385499F3C2}"/>
              </a:ext>
            </a:extLst>
          </p:cNvPr>
          <p:cNvPicPr>
            <a:picLocks noChangeAspect="1"/>
          </p:cNvPicPr>
          <p:nvPr/>
        </p:nvPicPr>
        <p:blipFill>
          <a:blip r:embed="rId20">
            <a:extLst>
              <a:ext uri="{96DAC541-7B7A-43D3-8B79-37D633B846F1}">
                <asvg:svgBlip xmlns:asvg="http://schemas.microsoft.com/office/drawing/2016/SVG/main" r:embed="rId22"/>
              </a:ext>
            </a:extLst>
          </a:blip>
          <a:stretch>
            <a:fillRect/>
          </a:stretch>
        </p:blipFill>
        <p:spPr>
          <a:xfrm>
            <a:off x="360698" y="6110482"/>
            <a:ext cx="604345" cy="604345"/>
          </a:xfrm>
          <a:prstGeom prst="rect">
            <a:avLst/>
          </a:prstGeom>
          <a:effectLst>
            <a:outerShdw blurRad="50800" dist="50800" dir="5400000" algn="ctr" rotWithShape="0">
              <a:srgbClr val="000000">
                <a:alpha val="83925"/>
              </a:srgbClr>
            </a:outerShdw>
            <a:reflection endPos="24000" dist="50800" dir="5400000" sy="-100000" algn="bl" rotWithShape="0"/>
          </a:effectLst>
        </p:spPr>
      </p:pic>
    </p:spTree>
    <p:extLst>
      <p:ext uri="{BB962C8B-B14F-4D97-AF65-F5344CB8AC3E}">
        <p14:creationId xmlns:p14="http://schemas.microsoft.com/office/powerpoint/2010/main" val="8534719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nowy mountain range at night&#10;&#10;Description automatically generated">
            <a:extLst>
              <a:ext uri="{FF2B5EF4-FFF2-40B4-BE49-F238E27FC236}">
                <a16:creationId xmlns:a16="http://schemas.microsoft.com/office/drawing/2014/main" id="{9E2A11E2-D2EB-6679-835C-2D11A738FC8E}"/>
              </a:ext>
            </a:extLst>
          </p:cNvPr>
          <p:cNvPicPr>
            <a:picLocks noChangeAspect="1"/>
          </p:cNvPicPr>
          <p:nvPr/>
        </p:nvPicPr>
        <p:blipFill rotWithShape="1">
          <a:blip r:embed="rId2"/>
          <a:srcRect l="11756" r="11754" b="-1"/>
          <a:stretch/>
        </p:blipFill>
        <p:spPr>
          <a:xfrm>
            <a:off x="4" y="10"/>
            <a:ext cx="7858547" cy="6857988"/>
          </a:xfrm>
          <a:prstGeom prst="rect">
            <a:avLst/>
          </a:prstGeom>
        </p:spPr>
      </p:pic>
      <p:pic>
        <p:nvPicPr>
          <p:cNvPr id="7" name="Picture 6" descr="A book cover with text&#10;&#10;Description automatically generated">
            <a:extLst>
              <a:ext uri="{FF2B5EF4-FFF2-40B4-BE49-F238E27FC236}">
                <a16:creationId xmlns:a16="http://schemas.microsoft.com/office/drawing/2014/main" id="{E0C4BC1A-8F3B-24F6-9A93-332D6C05CF48}"/>
              </a:ext>
            </a:extLst>
          </p:cNvPr>
          <p:cNvPicPr>
            <a:picLocks noChangeAspect="1"/>
          </p:cNvPicPr>
          <p:nvPr/>
        </p:nvPicPr>
        <p:blipFill rotWithShape="1">
          <a:blip r:embed="rId3"/>
          <a:srcRect l="1462" r="3874"/>
          <a:stretch/>
        </p:blipFill>
        <p:spPr>
          <a:xfrm>
            <a:off x="7858551" y="10"/>
            <a:ext cx="4333449" cy="6857988"/>
          </a:xfrm>
          <a:prstGeom prst="rect">
            <a:avLst/>
          </a:prstGeom>
        </p:spPr>
      </p:pic>
      <p:sp>
        <p:nvSpPr>
          <p:cNvPr id="13" name="Rectangle 12">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499146" y="-828761"/>
            <a:ext cx="3177919" cy="12207790"/>
          </a:xfrm>
          <a:prstGeom prst="rect">
            <a:avLst/>
          </a:prstGeom>
          <a:gradFill flip="none" rotWithShape="1">
            <a:gsLst>
              <a:gs pos="19000">
                <a:srgbClr val="000000">
                  <a:alpha val="59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868358" y="1858645"/>
            <a:ext cx="6857998" cy="3152863"/>
          </a:xfrm>
          <a:prstGeom prst="rect">
            <a:avLst/>
          </a:prstGeom>
          <a:gradFill flip="none" rotWithShape="1">
            <a:gsLst>
              <a:gs pos="0">
                <a:schemeClr val="accent5"/>
              </a:gs>
              <a:gs pos="47000">
                <a:schemeClr val="accent2">
                  <a:alpha val="0"/>
                </a:schemeClr>
              </a:gs>
            </a:gsLst>
            <a:lin ang="6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336537A4-07E4-0E22-D14E-018FE569F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2980971" y="-2987065"/>
            <a:ext cx="1632206" cy="7594149"/>
          </a:xfrm>
          <a:prstGeom prst="rect">
            <a:avLst/>
          </a:prstGeom>
          <a:gradFill flip="none" rotWithShape="1">
            <a:gsLst>
              <a:gs pos="0">
                <a:schemeClr val="accent2">
                  <a:alpha val="85000"/>
                </a:schemeClr>
              </a:gs>
              <a:gs pos="42000">
                <a:schemeClr val="accent5">
                  <a:alpha val="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2DF39DD-D69A-31B8-53C1-94595DDDB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045785" y="1311995"/>
            <a:ext cx="3152865" cy="5552081"/>
          </a:xfrm>
          <a:prstGeom prst="rect">
            <a:avLst/>
          </a:prstGeom>
          <a:gradFill flip="none" rotWithShape="1">
            <a:gsLst>
              <a:gs pos="0">
                <a:schemeClr val="accent2">
                  <a:alpha val="83000"/>
                </a:schemeClr>
              </a:gs>
              <a:gs pos="42000">
                <a:schemeClr val="accent5">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EB5855-8EB7-1AE5-9030-5D0AA3C1A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09913" y="-314653"/>
            <a:ext cx="2146948" cy="12198354"/>
          </a:xfrm>
          <a:prstGeom prst="rect">
            <a:avLst/>
          </a:prstGeom>
          <a:gradFill>
            <a:gsLst>
              <a:gs pos="0">
                <a:schemeClr val="accent5">
                  <a:lumMod val="75000"/>
                </a:schemeClr>
              </a:gs>
              <a:gs pos="53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4526ED6-2C2C-B8DA-F711-47D608F917CE}"/>
              </a:ext>
            </a:extLst>
          </p:cNvPr>
          <p:cNvSpPr txBox="1"/>
          <p:nvPr/>
        </p:nvSpPr>
        <p:spPr>
          <a:xfrm>
            <a:off x="838201" y="4094415"/>
            <a:ext cx="6755948" cy="1725141"/>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3600" kern="1200" dirty="0">
              <a:solidFill>
                <a:srgbClr val="FFFFFF"/>
              </a:solidFill>
              <a:latin typeface="+mj-lt"/>
              <a:ea typeface="+mj-ea"/>
              <a:cs typeface="+mj-cs"/>
            </a:endParaRPr>
          </a:p>
        </p:txBody>
      </p:sp>
      <p:sp>
        <p:nvSpPr>
          <p:cNvPr id="23" name="Rectangle 22">
            <a:extLst>
              <a:ext uri="{FF2B5EF4-FFF2-40B4-BE49-F238E27FC236}">
                <a16:creationId xmlns:a16="http://schemas.microsoft.com/office/drawing/2014/main" id="{1031A9CD-7DCC-4A2F-A3A5-54F91317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6897056" y="1541165"/>
            <a:ext cx="6857998" cy="3763479"/>
          </a:xfrm>
          <a:prstGeom prst="rect">
            <a:avLst/>
          </a:prstGeom>
          <a:gradFill flip="none" rotWithShape="1">
            <a:gsLst>
              <a:gs pos="0">
                <a:schemeClr val="accent5">
                  <a:alpha val="95000"/>
                </a:schemeClr>
              </a:gs>
              <a:gs pos="38000">
                <a:schemeClr val="accent2">
                  <a:alpha val="0"/>
                </a:schemeClr>
              </a:gs>
            </a:gsLst>
            <a:lin ang="60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TextBox 8">
            <a:extLst>
              <a:ext uri="{FF2B5EF4-FFF2-40B4-BE49-F238E27FC236}">
                <a16:creationId xmlns:a16="http://schemas.microsoft.com/office/drawing/2014/main" id="{966B2D1E-4446-6790-2AB0-4C1AAB45D0FC}"/>
              </a:ext>
            </a:extLst>
          </p:cNvPr>
          <p:cNvSpPr txBox="1"/>
          <p:nvPr/>
        </p:nvSpPr>
        <p:spPr>
          <a:xfrm>
            <a:off x="423718" y="367121"/>
            <a:ext cx="4237182" cy="944874"/>
          </a:xfrm>
          <a:prstGeom prst="rect">
            <a:avLst/>
          </a:prstGeom>
          <a:noFill/>
        </p:spPr>
        <p:txBody>
          <a:bodyPr wrap="square" rtlCol="0">
            <a:sp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600" i="1" u="none" strike="noStrike" kern="1200" cap="none" spc="0" normalizeH="0" baseline="0" noProof="0" dirty="0">
                <a:ln>
                  <a:noFill/>
                </a:ln>
                <a:effectLst/>
                <a:uLnTx/>
                <a:uFillTx/>
                <a:latin typeface="Lucida Fax" panose="02060602050505020204" pitchFamily="18" charset="77"/>
              </a:rPr>
              <a:t>What is </a:t>
            </a:r>
            <a:r>
              <a:rPr kumimoji="0" lang="en-US" sz="3600" i="1" u="none" strike="noStrike" kern="1200" cap="none" spc="0" normalizeH="0" baseline="0" noProof="0" dirty="0">
                <a:ln>
                  <a:noFill/>
                </a:ln>
                <a:solidFill>
                  <a:srgbClr val="FFFF00"/>
                </a:solidFill>
                <a:effectLst/>
                <a:uLnTx/>
                <a:uFillTx/>
                <a:latin typeface="Lucida Fax" panose="02060602050505020204" pitchFamily="18" charset="77"/>
              </a:rPr>
              <a:t>Kinesics</a:t>
            </a:r>
            <a:r>
              <a:rPr kumimoji="0" lang="en-US" sz="3600" i="1" u="none" strike="noStrike" kern="1200" cap="none" spc="0" normalizeH="0" baseline="0" noProof="0" dirty="0">
                <a:ln>
                  <a:noFill/>
                </a:ln>
                <a:effectLst/>
                <a:uLnTx/>
                <a:uFillTx/>
                <a:latin typeface="Lucida Fax" panose="02060602050505020204" pitchFamily="18" charset="77"/>
              </a:rPr>
              <a:t>?</a:t>
            </a:r>
          </a:p>
          <a:p>
            <a:endParaRPr lang="en-US" i="1" dirty="0">
              <a:latin typeface="Lucida Fax" panose="02060602050505020204" pitchFamily="18" charset="77"/>
            </a:endParaRPr>
          </a:p>
        </p:txBody>
      </p:sp>
      <p:sp>
        <p:nvSpPr>
          <p:cNvPr id="10" name="TextBox 9">
            <a:extLst>
              <a:ext uri="{FF2B5EF4-FFF2-40B4-BE49-F238E27FC236}">
                <a16:creationId xmlns:a16="http://schemas.microsoft.com/office/drawing/2014/main" id="{0AC726B7-35EC-6006-6380-E09A29B13FD6}"/>
              </a:ext>
            </a:extLst>
          </p:cNvPr>
          <p:cNvSpPr txBox="1"/>
          <p:nvPr/>
        </p:nvSpPr>
        <p:spPr>
          <a:xfrm>
            <a:off x="57966" y="1346957"/>
            <a:ext cx="7858546" cy="4760278"/>
          </a:xfrm>
          <a:prstGeom prst="rect">
            <a:avLst/>
          </a:prstGeom>
          <a:noFill/>
        </p:spPr>
        <p:txBody>
          <a:bodyPr wrap="square" rtlCol="0">
            <a:sp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rPr>
              <a:t>The term Kinesics was coined by American anthropologist </a:t>
            </a:r>
            <a:r>
              <a:rPr kumimoji="0" lang="en-GB" sz="2800" b="1" i="1" u="none" strike="noStrike" kern="1200" cap="none" spc="0" normalizeH="0" baseline="0" noProof="0" dirty="0">
                <a:ln>
                  <a:noFill/>
                </a:ln>
                <a:solidFill>
                  <a:srgbClr val="FFFF00"/>
                </a:solidFill>
                <a:effectLst/>
                <a:uLnTx/>
                <a:uFillTx/>
                <a:latin typeface="Avenir Next LT Pro Light" panose="020B0304020202020204" pitchFamily="34" charset="77"/>
              </a:rPr>
              <a:t>Ray L. Birdwhistell </a:t>
            </a:r>
            <a:r>
              <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rPr>
              <a:t>in 1952.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rPr>
              <a:t>Kinesics is the systematic study of relationship between body movement such as facial expressions, eye contact, posture and gestures in communication.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rPr>
              <a:t>The equivalent popular culture term for Kinesics is body language.</a:t>
            </a:r>
            <a:endParaRPr kumimoji="0" lang="en-IN" sz="2800" b="1" i="1" u="none" strike="noStrike" kern="1200" cap="none" spc="0" normalizeH="0" baseline="0" noProof="0" dirty="0">
              <a:ln>
                <a:noFill/>
              </a:ln>
              <a:solidFill>
                <a:schemeClr val="bg1">
                  <a:lumMod val="95000"/>
                </a:schemeClr>
              </a:solidFill>
              <a:effectLst/>
              <a:uLnTx/>
              <a:uFillTx/>
              <a:latin typeface="Avenir Next LT Pro Light" panose="020B0304020202020204" pitchFamily="34" charset="77"/>
            </a:endParaRPr>
          </a:p>
          <a:p>
            <a:endParaRPr lang="en-US" dirty="0"/>
          </a:p>
        </p:txBody>
      </p:sp>
    </p:spTree>
    <p:extLst>
      <p:ext uri="{BB962C8B-B14F-4D97-AF65-F5344CB8AC3E}">
        <p14:creationId xmlns:p14="http://schemas.microsoft.com/office/powerpoint/2010/main" val="37060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moon in the sky over a mountain&#10;&#10;Description automatically generated">
            <a:extLst>
              <a:ext uri="{FF2B5EF4-FFF2-40B4-BE49-F238E27FC236}">
                <a16:creationId xmlns:a16="http://schemas.microsoft.com/office/drawing/2014/main" id="{20E7D488-DC33-B0A6-6F69-4D5A381194B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Lst>
          </a:blip>
          <a:srcRect t="14282" b="1464"/>
          <a:stretch/>
        </p:blipFill>
        <p:spPr>
          <a:xfrm>
            <a:off x="20" y="1282"/>
            <a:ext cx="12191980" cy="6856718"/>
          </a:xfrm>
          <a:prstGeom prst="rect">
            <a:avLst/>
          </a:prstGeom>
        </p:spPr>
      </p:pic>
      <p:pic>
        <p:nvPicPr>
          <p:cNvPr id="6" name="Picture 5" descr="A moon in the sky over a mountain&#10;&#10;Description automatically generated">
            <a:extLst>
              <a:ext uri="{FF2B5EF4-FFF2-40B4-BE49-F238E27FC236}">
                <a16:creationId xmlns:a16="http://schemas.microsoft.com/office/drawing/2014/main" id="{8C6B498A-734B-AF08-6D12-23409C89D1A1}"/>
              </a:ext>
            </a:extLst>
          </p:cNvPr>
          <p:cNvPicPr>
            <a:picLocks noChangeAspect="1"/>
          </p:cNvPicPr>
          <p:nvPr/>
        </p:nvPicPr>
        <p:blipFill rotWithShape="1">
          <a:blip r:embed="rId4"/>
          <a:srcRect t="14282" b="1464"/>
          <a:stretch/>
        </p:blipFill>
        <p:spPr>
          <a:xfrm>
            <a:off x="20" y="0"/>
            <a:ext cx="12191980" cy="6856718"/>
          </a:xfrm>
          <a:prstGeom prst="rect">
            <a:avLst/>
          </a:prstGeom>
        </p:spPr>
      </p:pic>
      <p:sp>
        <p:nvSpPr>
          <p:cNvPr id="7" name="TextBox 6">
            <a:extLst>
              <a:ext uri="{FF2B5EF4-FFF2-40B4-BE49-F238E27FC236}">
                <a16:creationId xmlns:a16="http://schemas.microsoft.com/office/drawing/2014/main" id="{014B2EC6-B11B-2F72-0004-E98DDD94E46D}"/>
              </a:ext>
            </a:extLst>
          </p:cNvPr>
          <p:cNvSpPr txBox="1"/>
          <p:nvPr/>
        </p:nvSpPr>
        <p:spPr>
          <a:xfrm>
            <a:off x="2321169" y="397261"/>
            <a:ext cx="9425354" cy="1015663"/>
          </a:xfrm>
          <a:prstGeom prst="rect">
            <a:avLst/>
          </a:prstGeom>
          <a:noFill/>
        </p:spPr>
        <p:txBody>
          <a:bodyPr wrap="square" rtlCol="0">
            <a:spAutoFit/>
          </a:bodyPr>
          <a:lstStyle/>
          <a:p>
            <a:r>
              <a:rPr lang="en-US" sz="6000" b="1" dirty="0">
                <a:latin typeface="Baskerville Old Face" panose="02020602080505020303" pitchFamily="18" charset="0"/>
              </a:rPr>
              <a:t>WHY DO WE NEED TO </a:t>
            </a:r>
          </a:p>
        </p:txBody>
      </p:sp>
      <p:sp>
        <p:nvSpPr>
          <p:cNvPr id="9" name="TextBox 8">
            <a:extLst>
              <a:ext uri="{FF2B5EF4-FFF2-40B4-BE49-F238E27FC236}">
                <a16:creationId xmlns:a16="http://schemas.microsoft.com/office/drawing/2014/main" id="{AB9AA5B4-095F-3D45-5188-90DCE289EF9F}"/>
              </a:ext>
            </a:extLst>
          </p:cNvPr>
          <p:cNvSpPr txBox="1"/>
          <p:nvPr/>
        </p:nvSpPr>
        <p:spPr>
          <a:xfrm>
            <a:off x="3608422" y="1393404"/>
            <a:ext cx="9425354" cy="1015663"/>
          </a:xfrm>
          <a:prstGeom prst="rect">
            <a:avLst/>
          </a:prstGeom>
          <a:noFill/>
        </p:spPr>
        <p:txBody>
          <a:bodyPr wrap="square" rtlCol="0">
            <a:spAutoFit/>
          </a:bodyPr>
          <a:lstStyle/>
          <a:p>
            <a:r>
              <a:rPr lang="en-US" sz="6000" b="1" dirty="0">
                <a:latin typeface="Baskerville Old Face" panose="02020602080505020303" pitchFamily="18" charset="0"/>
              </a:rPr>
              <a:t>LEARN ABOUT</a:t>
            </a:r>
          </a:p>
        </p:txBody>
      </p:sp>
      <p:sp>
        <p:nvSpPr>
          <p:cNvPr id="11" name="TextBox 10">
            <a:extLst>
              <a:ext uri="{FF2B5EF4-FFF2-40B4-BE49-F238E27FC236}">
                <a16:creationId xmlns:a16="http://schemas.microsoft.com/office/drawing/2014/main" id="{F89FE5BF-7FE2-A038-D5F9-80BEF2742E29}"/>
              </a:ext>
            </a:extLst>
          </p:cNvPr>
          <p:cNvSpPr txBox="1"/>
          <p:nvPr/>
        </p:nvSpPr>
        <p:spPr>
          <a:xfrm>
            <a:off x="4236280" y="2478773"/>
            <a:ext cx="9425354" cy="1015663"/>
          </a:xfrm>
          <a:prstGeom prst="rect">
            <a:avLst/>
          </a:prstGeom>
          <a:noFill/>
        </p:spPr>
        <p:txBody>
          <a:bodyPr wrap="square" rtlCol="0">
            <a:spAutoFit/>
          </a:bodyPr>
          <a:lstStyle/>
          <a:p>
            <a:r>
              <a:rPr lang="en-US" sz="6000" b="1" dirty="0">
                <a:solidFill>
                  <a:srgbClr val="FFFF00">
                    <a:alpha val="76000"/>
                  </a:srgbClr>
                </a:solidFill>
                <a:latin typeface="Baskerville Old Face" panose="02020602080505020303" pitchFamily="18" charset="0"/>
              </a:rPr>
              <a:t>KINESICS</a:t>
            </a:r>
            <a:r>
              <a:rPr lang="en-US" sz="6000" b="1" dirty="0">
                <a:solidFill>
                  <a:srgbClr val="FFFF00"/>
                </a:solidFill>
                <a:latin typeface="Baskerville Old Face" panose="02020602080505020303" pitchFamily="18" charset="0"/>
              </a:rPr>
              <a:t> </a:t>
            </a:r>
            <a:r>
              <a:rPr lang="en-US" sz="6000" dirty="0">
                <a:latin typeface="Baskerville Old Face" panose="02020602080505020303" pitchFamily="18" charset="0"/>
              </a:rPr>
              <a:t>?</a:t>
            </a:r>
          </a:p>
        </p:txBody>
      </p:sp>
      <p:grpSp>
        <p:nvGrpSpPr>
          <p:cNvPr id="21" name="Group 20">
            <a:extLst>
              <a:ext uri="{FF2B5EF4-FFF2-40B4-BE49-F238E27FC236}">
                <a16:creationId xmlns:a16="http://schemas.microsoft.com/office/drawing/2014/main" id="{6F3DE975-8346-3707-7468-801ADD8F0545}"/>
              </a:ext>
            </a:extLst>
          </p:cNvPr>
          <p:cNvGrpSpPr/>
          <p:nvPr/>
        </p:nvGrpSpPr>
        <p:grpSpPr>
          <a:xfrm>
            <a:off x="764887" y="3669021"/>
            <a:ext cx="10883281" cy="2718111"/>
            <a:chOff x="764887" y="3669021"/>
            <a:chExt cx="10883281" cy="2718111"/>
          </a:xfrm>
        </p:grpSpPr>
        <p:sp>
          <p:nvSpPr>
            <p:cNvPr id="18" name="Oval 17">
              <a:extLst>
                <a:ext uri="{FF2B5EF4-FFF2-40B4-BE49-F238E27FC236}">
                  <a16:creationId xmlns:a16="http://schemas.microsoft.com/office/drawing/2014/main" id="{7318C2D5-D3D4-12D1-43F5-FFC6CE448115}"/>
                </a:ext>
              </a:extLst>
            </p:cNvPr>
            <p:cNvSpPr/>
            <p:nvPr/>
          </p:nvSpPr>
          <p:spPr>
            <a:xfrm>
              <a:off x="764887" y="3679102"/>
              <a:ext cx="2708030" cy="2708030"/>
            </a:xfrm>
            <a:prstGeom prst="ellipse">
              <a:avLst/>
            </a:prstGeom>
            <a:blipFill dpi="0" rotWithShape="1">
              <a:blip r:embed="rId5">
                <a:alphaModFix amt="47000"/>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latin typeface="Baskerville Old Face" panose="02020602080505020303" pitchFamily="18" charset="0"/>
                </a:rPr>
                <a:t>Add clarity to conversations. </a:t>
              </a:r>
            </a:p>
            <a:p>
              <a:pPr algn="ctr"/>
              <a:endParaRPr lang="en-US" dirty="0"/>
            </a:p>
          </p:txBody>
        </p:sp>
        <p:sp>
          <p:nvSpPr>
            <p:cNvPr id="19" name="Oval 18">
              <a:extLst>
                <a:ext uri="{FF2B5EF4-FFF2-40B4-BE49-F238E27FC236}">
                  <a16:creationId xmlns:a16="http://schemas.microsoft.com/office/drawing/2014/main" id="{F97F421E-B5DB-C3A3-BD7E-C0A38E3C9B03}"/>
                </a:ext>
              </a:extLst>
            </p:cNvPr>
            <p:cNvSpPr/>
            <p:nvPr/>
          </p:nvSpPr>
          <p:spPr>
            <a:xfrm>
              <a:off x="4877341" y="3679102"/>
              <a:ext cx="2708030" cy="2708030"/>
            </a:xfrm>
            <a:prstGeom prst="ellipse">
              <a:avLst/>
            </a:prstGeom>
            <a:blipFill dpi="0" rotWithShape="1">
              <a:blip r:embed="rId5">
                <a:alphaModFix amt="47000"/>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latin typeface="Baskerville Old Face" panose="02020602080505020303" pitchFamily="18" charset="0"/>
                </a:rPr>
                <a:t>Emphasize certain points.</a:t>
              </a:r>
            </a:p>
            <a:p>
              <a:pPr algn="ctr"/>
              <a:endParaRPr lang="en-US" dirty="0"/>
            </a:p>
          </p:txBody>
        </p:sp>
        <p:sp>
          <p:nvSpPr>
            <p:cNvPr id="20" name="Oval 19">
              <a:extLst>
                <a:ext uri="{FF2B5EF4-FFF2-40B4-BE49-F238E27FC236}">
                  <a16:creationId xmlns:a16="http://schemas.microsoft.com/office/drawing/2014/main" id="{89BDF284-2A6C-BA6F-77EC-EA2EF27C44E9}"/>
                </a:ext>
              </a:extLst>
            </p:cNvPr>
            <p:cNvSpPr/>
            <p:nvPr/>
          </p:nvSpPr>
          <p:spPr>
            <a:xfrm>
              <a:off x="8940138" y="3669021"/>
              <a:ext cx="2708030" cy="2708030"/>
            </a:xfrm>
            <a:prstGeom prst="ellipse">
              <a:avLst/>
            </a:prstGeom>
            <a:blipFill dpi="0" rotWithShape="1">
              <a:blip r:embed="rId5">
                <a:alphaModFix amt="47174"/>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latin typeface="Baskerville Old Face" panose="02020602080505020303" pitchFamily="18" charset="0"/>
                </a:rPr>
                <a:t>Understand other people better.</a:t>
              </a:r>
              <a:endParaRPr lang="en-IN" sz="2400" b="1" dirty="0">
                <a:latin typeface="Baskerville Old Face" panose="02020602080505020303" pitchFamily="18" charset="0"/>
              </a:endParaRPr>
            </a:p>
            <a:p>
              <a:pPr algn="ctr"/>
              <a:endParaRPr lang="en-US" dirty="0"/>
            </a:p>
          </p:txBody>
        </p:sp>
      </p:grpSp>
    </p:spTree>
    <p:extLst>
      <p:ext uri="{BB962C8B-B14F-4D97-AF65-F5344CB8AC3E}">
        <p14:creationId xmlns:p14="http://schemas.microsoft.com/office/powerpoint/2010/main" val="2835018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sailboat on water at night&#10;&#10;Description automatically generated">
            <a:extLst>
              <a:ext uri="{FF2B5EF4-FFF2-40B4-BE49-F238E27FC236}">
                <a16:creationId xmlns:a16="http://schemas.microsoft.com/office/drawing/2014/main" id="{E46C9764-1DCB-3E2A-20C5-DC77DF3BDEB6}"/>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66000"/>
                    </a14:imgEffect>
                  </a14:imgLayer>
                </a14:imgProps>
              </a:ext>
            </a:extLst>
          </a:blip>
          <a:srcRect t="13143"/>
          <a:stretch/>
        </p:blipFill>
        <p:spPr>
          <a:xfrm>
            <a:off x="-2260" y="0"/>
            <a:ext cx="12194260" cy="6858000"/>
          </a:xfrm>
          <a:prstGeom prst="rect">
            <a:avLst/>
          </a:prstGeom>
        </p:spPr>
      </p:pic>
      <p:sp>
        <p:nvSpPr>
          <p:cNvPr id="10" name="TextBox 9">
            <a:extLst>
              <a:ext uri="{FF2B5EF4-FFF2-40B4-BE49-F238E27FC236}">
                <a16:creationId xmlns:a16="http://schemas.microsoft.com/office/drawing/2014/main" id="{5879D41E-AE4B-E28F-F9CB-3E2E4268FE85}"/>
              </a:ext>
            </a:extLst>
          </p:cNvPr>
          <p:cNvSpPr txBox="1"/>
          <p:nvPr/>
        </p:nvSpPr>
        <p:spPr>
          <a:xfrm>
            <a:off x="3516772" y="402176"/>
            <a:ext cx="6022179" cy="769441"/>
          </a:xfrm>
          <a:prstGeom prst="rect">
            <a:avLst/>
          </a:prstGeom>
          <a:noFill/>
        </p:spPr>
        <p:txBody>
          <a:bodyPr wrap="square" rtlCol="0">
            <a:spAutoFit/>
          </a:bodyPr>
          <a:lstStyle/>
          <a:p>
            <a:r>
              <a:rPr lang="en-US" sz="4400" b="1" dirty="0">
                <a:solidFill>
                  <a:srgbClr val="FFFF00"/>
                </a:solidFill>
                <a:latin typeface="Baskerville Old Face" panose="02020602080505020303" pitchFamily="18" charset="0"/>
              </a:rPr>
              <a:t>K I N E S I C   </a:t>
            </a:r>
            <a:r>
              <a:rPr lang="en-US" sz="4400" b="1" dirty="0">
                <a:latin typeface="Baskerville Old Face" panose="02020602080505020303" pitchFamily="18" charset="0"/>
              </a:rPr>
              <a:t>C U E S</a:t>
            </a:r>
          </a:p>
        </p:txBody>
      </p:sp>
      <p:sp>
        <p:nvSpPr>
          <p:cNvPr id="12" name="Oval 11">
            <a:extLst>
              <a:ext uri="{FF2B5EF4-FFF2-40B4-BE49-F238E27FC236}">
                <a16:creationId xmlns:a16="http://schemas.microsoft.com/office/drawing/2014/main" id="{21F69DE0-E664-ECE2-46D3-A5EFD19DAC6A}"/>
              </a:ext>
            </a:extLst>
          </p:cNvPr>
          <p:cNvSpPr/>
          <p:nvPr/>
        </p:nvSpPr>
        <p:spPr>
          <a:xfrm>
            <a:off x="267739" y="3428999"/>
            <a:ext cx="2532185" cy="2508739"/>
          </a:xfrm>
          <a:prstGeom prst="ellipse">
            <a:avLst/>
          </a:prstGeom>
          <a:blipFill dpi="0" rotWithShape="1">
            <a:blip r:embed="rId5">
              <a:alphaModFix amt="31000"/>
            </a:blip>
            <a:srcRect/>
            <a:stretch>
              <a:fillRect l="-1000" b="-8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Baskerville Old Face" panose="02020602080505020303" pitchFamily="18" charset="0"/>
              </a:rPr>
              <a:t>FACIAL EXPRESSION</a:t>
            </a:r>
          </a:p>
        </p:txBody>
      </p:sp>
      <p:sp>
        <p:nvSpPr>
          <p:cNvPr id="13" name="Oval 12">
            <a:extLst>
              <a:ext uri="{FF2B5EF4-FFF2-40B4-BE49-F238E27FC236}">
                <a16:creationId xmlns:a16="http://schemas.microsoft.com/office/drawing/2014/main" id="{F963589F-2B14-159F-838C-A17B5156E0D5}"/>
              </a:ext>
            </a:extLst>
          </p:cNvPr>
          <p:cNvSpPr/>
          <p:nvPr/>
        </p:nvSpPr>
        <p:spPr>
          <a:xfrm>
            <a:off x="3339185" y="1307122"/>
            <a:ext cx="2532185" cy="2532185"/>
          </a:xfrm>
          <a:prstGeom prst="ellipse">
            <a:avLst/>
          </a:prstGeom>
          <a:blipFill dpi="0" rotWithShape="1">
            <a:blip r:embed="rId6">
              <a:alphaModFix amt="31000"/>
            </a:blip>
            <a:srcRect/>
            <a:stretch>
              <a:fillRect l="-1000" t="-4000" b="-8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white"/>
                </a:solidFill>
                <a:latin typeface="Baskerville Old Face" panose="02020602080505020303" pitchFamily="18" charset="0"/>
              </a:rPr>
              <a:t>GESTURES</a:t>
            </a:r>
            <a:endParaRPr kumimoji="0" lang="en-US" sz="2400" b="1" i="0" u="none" strike="noStrike" kern="1200" cap="none" spc="0" normalizeH="0" baseline="0" noProof="0" dirty="0">
              <a:ln>
                <a:noFill/>
              </a:ln>
              <a:solidFill>
                <a:prstClr val="white"/>
              </a:solidFill>
              <a:effectLst/>
              <a:uLnTx/>
              <a:uFillTx/>
              <a:latin typeface="Baskerville Old Face" panose="02020602080505020303" pitchFamily="18" charset="0"/>
            </a:endParaRPr>
          </a:p>
          <a:p>
            <a:pPr algn="ctr"/>
            <a:endParaRPr lang="en-US" dirty="0"/>
          </a:p>
        </p:txBody>
      </p:sp>
      <p:sp>
        <p:nvSpPr>
          <p:cNvPr id="14" name="Oval 13">
            <a:extLst>
              <a:ext uri="{FF2B5EF4-FFF2-40B4-BE49-F238E27FC236}">
                <a16:creationId xmlns:a16="http://schemas.microsoft.com/office/drawing/2014/main" id="{1DB04DA6-E159-2F2C-38E0-029497F71F7E}"/>
              </a:ext>
            </a:extLst>
          </p:cNvPr>
          <p:cNvSpPr/>
          <p:nvPr/>
        </p:nvSpPr>
        <p:spPr>
          <a:xfrm>
            <a:off x="6527862" y="3405553"/>
            <a:ext cx="2532185" cy="2532185"/>
          </a:xfrm>
          <a:prstGeom prst="ellipse">
            <a:avLst/>
          </a:prstGeom>
          <a:blipFill dpi="0" rotWithShape="1">
            <a:blip r:embed="rId7">
              <a:alphaModFix amt="31000"/>
            </a:blip>
            <a:srcRect/>
            <a:stretch>
              <a:fillRect l="-3000" t="-1000" b="-4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prstClr val="white"/>
                </a:solidFill>
                <a:latin typeface="Baskerville Old Face" panose="02020602080505020303" pitchFamily="18" charset="0"/>
              </a:rPr>
              <a:t>POSTURES</a:t>
            </a:r>
            <a:endParaRPr kumimoji="0" lang="en-US" sz="2400" b="1" i="0" u="none" strike="noStrike" kern="1200" cap="none" spc="0" normalizeH="0" baseline="0" noProof="0" dirty="0">
              <a:ln>
                <a:noFill/>
              </a:ln>
              <a:solidFill>
                <a:prstClr val="white"/>
              </a:solidFill>
              <a:effectLst/>
              <a:uLnTx/>
              <a:uFillTx/>
              <a:latin typeface="Baskerville Old Face" panose="02020602080505020303" pitchFamily="18" charset="0"/>
            </a:endParaRPr>
          </a:p>
          <a:p>
            <a:pPr algn="ctr"/>
            <a:endParaRPr lang="en-US" dirty="0"/>
          </a:p>
        </p:txBody>
      </p:sp>
      <p:sp>
        <p:nvSpPr>
          <p:cNvPr id="15" name="Oval 14">
            <a:extLst>
              <a:ext uri="{FF2B5EF4-FFF2-40B4-BE49-F238E27FC236}">
                <a16:creationId xmlns:a16="http://schemas.microsoft.com/office/drawing/2014/main" id="{400925FF-A123-B23C-B870-B1131A3739E0}"/>
              </a:ext>
            </a:extLst>
          </p:cNvPr>
          <p:cNvSpPr/>
          <p:nvPr/>
        </p:nvSpPr>
        <p:spPr>
          <a:xfrm>
            <a:off x="9388293" y="1025768"/>
            <a:ext cx="2532185" cy="2532185"/>
          </a:xfrm>
          <a:prstGeom prst="ellipse">
            <a:avLst/>
          </a:prstGeom>
          <a:blipFill>
            <a:blip r:embed="rId8">
              <a:alphaModFix amt="31000"/>
            </a:blip>
            <a:stretch>
              <a:fillRect l="-3000" t="-1000" b="-4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prstClr val="white"/>
                </a:solidFill>
                <a:latin typeface="Baskerville Old Face" panose="02020602080505020303" pitchFamily="18" charset="0"/>
              </a:rPr>
              <a:t>EYE CONTACT</a:t>
            </a:r>
            <a:endParaRPr lang="en-US" sz="2400" b="1" dirty="0">
              <a:latin typeface="Baskerville Old Face" panose="02020602080505020303" pitchFamily="18" charset="0"/>
            </a:endParaRPr>
          </a:p>
        </p:txBody>
      </p:sp>
      <p:sp>
        <p:nvSpPr>
          <p:cNvPr id="2" name="Rounded Rectangle 1">
            <a:extLst>
              <a:ext uri="{FF2B5EF4-FFF2-40B4-BE49-F238E27FC236}">
                <a16:creationId xmlns:a16="http://schemas.microsoft.com/office/drawing/2014/main" id="{3B587095-CD46-7A04-9A31-89046FB78F10}"/>
              </a:ext>
            </a:extLst>
          </p:cNvPr>
          <p:cNvSpPr/>
          <p:nvPr/>
        </p:nvSpPr>
        <p:spPr>
          <a:xfrm rot="19456450">
            <a:off x="258194" y="-627814"/>
            <a:ext cx="858932" cy="3869871"/>
          </a:xfrm>
          <a:prstGeom prst="roundRect">
            <a:avLst>
              <a:gd name="adj" fmla="val 50000"/>
            </a:avLst>
          </a:prstGeom>
          <a:blipFill>
            <a:blip r:embed="rId9">
              <a:alphaModFix amt="35000"/>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CBDCE889-4ADE-1FB8-C3F4-8387CD1CEAB1}"/>
              </a:ext>
            </a:extLst>
          </p:cNvPr>
          <p:cNvSpPr/>
          <p:nvPr/>
        </p:nvSpPr>
        <p:spPr>
          <a:xfrm rot="19456450">
            <a:off x="1267124" y="-719925"/>
            <a:ext cx="858932" cy="3869871"/>
          </a:xfrm>
          <a:prstGeom prst="roundRect">
            <a:avLst>
              <a:gd name="adj" fmla="val 50000"/>
            </a:avLst>
          </a:prstGeom>
          <a:blipFill dpi="0" rotWithShape="1">
            <a:blip r:embed="rId9">
              <a:alphaModFix amt="35000"/>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175542A-C912-8101-EBB1-13E5F90B30A6}"/>
              </a:ext>
            </a:extLst>
          </p:cNvPr>
          <p:cNvSpPr/>
          <p:nvPr/>
        </p:nvSpPr>
        <p:spPr>
          <a:xfrm rot="19456450">
            <a:off x="10633112" y="4219355"/>
            <a:ext cx="858932" cy="3869871"/>
          </a:xfrm>
          <a:prstGeom prst="roundRect">
            <a:avLst>
              <a:gd name="adj" fmla="val 50000"/>
            </a:avLst>
          </a:prstGeom>
          <a:blipFill>
            <a:blip r:embed="rId9">
              <a:alphaModFix amt="35000"/>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A3A073CE-7076-25DD-2E88-CCD78B15C16B}"/>
              </a:ext>
            </a:extLst>
          </p:cNvPr>
          <p:cNvSpPr/>
          <p:nvPr/>
        </p:nvSpPr>
        <p:spPr>
          <a:xfrm rot="19456450">
            <a:off x="11642042" y="4127244"/>
            <a:ext cx="858932" cy="3869871"/>
          </a:xfrm>
          <a:prstGeom prst="roundRect">
            <a:avLst>
              <a:gd name="adj" fmla="val 50000"/>
            </a:avLst>
          </a:prstGeom>
          <a:blipFill>
            <a:blip r:embed="rId9">
              <a:alphaModFix amt="35000"/>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56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autoRev="1" fill="hold" grpId="0" nodeType="withEffect">
                                  <p:stCondLst>
                                    <p:cond delay="0"/>
                                  </p:stCondLst>
                                  <p:childTnLst>
                                    <p:animMotion origin="layout" path="M -2.5E-6 -3.33333E-6 L 0.0655 0.15996 " pathEditMode="relative" rAng="0" ptsTypes="AA">
                                      <p:cBhvr>
                                        <p:cTn id="6" dur="5000" fill="hold"/>
                                        <p:tgtEl>
                                          <p:spTgt spid="4"/>
                                        </p:tgtEl>
                                        <p:attrNameLst>
                                          <p:attrName>ppt_x</p:attrName>
                                          <p:attrName>ppt_y</p:attrName>
                                        </p:attrNameLst>
                                      </p:cBhvr>
                                      <p:rCtr x="3268" y="7986"/>
                                    </p:animMotion>
                                  </p:childTnLst>
                                </p:cTn>
                              </p:par>
                              <p:par>
                                <p:cTn id="7" presetID="42" presetClass="path" presetSubtype="0" repeatCount="indefinite" accel="50000" decel="50000" autoRev="1" fill="hold" grpId="0" nodeType="withEffect">
                                  <p:stCondLst>
                                    <p:cond delay="500"/>
                                  </p:stCondLst>
                                  <p:childTnLst>
                                    <p:animMotion origin="layout" path="M -2.08333E-7 7.40741E-7 L 0.10612 0.26574 " pathEditMode="relative" rAng="0" ptsTypes="AA">
                                      <p:cBhvr>
                                        <p:cTn id="8" dur="5000" fill="hold"/>
                                        <p:tgtEl>
                                          <p:spTgt spid="2"/>
                                        </p:tgtEl>
                                        <p:attrNameLst>
                                          <p:attrName>ppt_x</p:attrName>
                                          <p:attrName>ppt_y</p:attrName>
                                        </p:attrNameLst>
                                      </p:cBhvr>
                                      <p:rCtr x="5299" y="13287"/>
                                    </p:animMotion>
                                  </p:childTnLst>
                                </p:cTn>
                              </p:par>
                              <p:par>
                                <p:cTn id="9" presetID="42" presetClass="path" presetSubtype="0" repeatCount="indefinite" accel="50000" decel="50000" autoRev="1" fill="hold" grpId="0" nodeType="withEffect">
                                  <p:stCondLst>
                                    <p:cond delay="1000"/>
                                  </p:stCondLst>
                                  <p:childTnLst>
                                    <p:animMotion origin="layout" path="M -4.16667E-6 2.22222E-6 L -0.08203 -0.21574 " pathEditMode="relative" rAng="0" ptsTypes="AA">
                                      <p:cBhvr>
                                        <p:cTn id="10" dur="5000" fill="hold"/>
                                        <p:tgtEl>
                                          <p:spTgt spid="6"/>
                                        </p:tgtEl>
                                        <p:attrNameLst>
                                          <p:attrName>ppt_x</p:attrName>
                                          <p:attrName>ppt_y</p:attrName>
                                        </p:attrNameLst>
                                      </p:cBhvr>
                                      <p:rCtr x="-4102" y="-10787"/>
                                    </p:animMotion>
                                  </p:childTnLst>
                                </p:cTn>
                              </p:par>
                              <p:par>
                                <p:cTn id="11" presetID="42" presetClass="path" presetSubtype="0" repeatCount="indefinite" accel="50000" decel="50000" autoRev="1" fill="hold" grpId="0" nodeType="withEffect">
                                  <p:stCondLst>
                                    <p:cond delay="1500"/>
                                  </p:stCondLst>
                                  <p:childTnLst>
                                    <p:animMotion origin="layout" path="M -1.66667E-6 -3.7037E-6 L -0.08138 -0.22916 " pathEditMode="relative" rAng="0" ptsTypes="AA">
                                      <p:cBhvr>
                                        <p:cTn id="12" dur="5000" fill="hold"/>
                                        <p:tgtEl>
                                          <p:spTgt spid="5"/>
                                        </p:tgtEl>
                                        <p:attrNameLst>
                                          <p:attrName>ppt_x</p:attrName>
                                          <p:attrName>ppt_y</p:attrName>
                                        </p:attrNameLst>
                                      </p:cBhvr>
                                      <p:rCtr x="-4076" y="-114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view of the earth from space&#10;&#10;Description automatically generated">
            <a:extLst>
              <a:ext uri="{FF2B5EF4-FFF2-40B4-BE49-F238E27FC236}">
                <a16:creationId xmlns:a16="http://schemas.microsoft.com/office/drawing/2014/main" id="{977A46B1-BD59-C19C-2D0E-99F2BF52F0B3}"/>
              </a:ext>
            </a:extLst>
          </p:cNvPr>
          <p:cNvPicPr>
            <a:picLocks noChangeAspect="1"/>
          </p:cNvPicPr>
          <p:nvPr/>
        </p:nvPicPr>
        <p:blipFill rotWithShape="1">
          <a:blip r:embed="rId2"/>
          <a:srcRect t="15429"/>
          <a:stretch/>
        </p:blipFill>
        <p:spPr>
          <a:xfrm>
            <a:off x="20" y="1282"/>
            <a:ext cx="12191980" cy="6856718"/>
          </a:xfrm>
          <a:prstGeom prst="rect">
            <a:avLst/>
          </a:prstGeom>
        </p:spPr>
      </p:pic>
      <p:sp>
        <p:nvSpPr>
          <p:cNvPr id="4" name="Rounded Rectangle 3">
            <a:extLst>
              <a:ext uri="{FF2B5EF4-FFF2-40B4-BE49-F238E27FC236}">
                <a16:creationId xmlns:a16="http://schemas.microsoft.com/office/drawing/2014/main" id="{2ECC1776-D919-78E6-84F2-E58B0D1125D3}"/>
              </a:ext>
            </a:extLst>
          </p:cNvPr>
          <p:cNvSpPr/>
          <p:nvPr/>
        </p:nvSpPr>
        <p:spPr>
          <a:xfrm>
            <a:off x="-36735" y="-1282"/>
            <a:ext cx="2811759" cy="6858000"/>
          </a:xfrm>
          <a:prstGeom prst="roundRect">
            <a:avLst/>
          </a:prstGeom>
          <a:solidFill>
            <a:schemeClr val="accent1">
              <a:alpha val="2815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u="sng" dirty="0">
                <a:solidFill>
                  <a:srgbClr val="FFFF00"/>
                </a:solidFill>
                <a:latin typeface="Baskerville Old Face" panose="02020602080505020303" pitchFamily="18" charset="0"/>
              </a:rPr>
              <a:t>Emblems</a:t>
            </a:r>
            <a:r>
              <a:rPr lang="en-GB" sz="2800" u="sng" dirty="0">
                <a:solidFill>
                  <a:srgbClr val="FFC000"/>
                </a:solidFill>
                <a:latin typeface="Bernard MT Condensed" panose="02050806060905020404" pitchFamily="18" charset="77"/>
              </a:rPr>
              <a:t>   </a:t>
            </a:r>
            <a:r>
              <a:rPr lang="en-GB" sz="2800" dirty="0"/>
              <a:t> </a:t>
            </a:r>
            <a:r>
              <a:rPr lang="en-GB" sz="2800" dirty="0">
                <a:latin typeface="Baskerville Old Face" panose="02020602080505020303" pitchFamily="18" charset="77"/>
              </a:rPr>
              <a:t>Body movements or gestures that can directly translate into a word or phrase. </a:t>
            </a:r>
          </a:p>
          <a:p>
            <a:pPr algn="ctr"/>
            <a:r>
              <a:rPr lang="en-GB" sz="2800" u="sng" dirty="0">
                <a:latin typeface="Baskerville Old Face" panose="02020602080505020303" pitchFamily="18" charset="77"/>
              </a:rPr>
              <a:t>For Example</a:t>
            </a:r>
            <a:r>
              <a:rPr lang="en-GB" sz="2800" dirty="0">
                <a:latin typeface="Baskerville Old Face" panose="02020602080505020303" pitchFamily="18" charset="77"/>
              </a:rPr>
              <a:t>: The Raised Fist.</a:t>
            </a:r>
          </a:p>
          <a:p>
            <a:pPr algn="ctr"/>
            <a:endParaRPr lang="en-US" sz="2800" dirty="0"/>
          </a:p>
        </p:txBody>
      </p:sp>
      <p:sp>
        <p:nvSpPr>
          <p:cNvPr id="5" name="Rounded Rectangle 4">
            <a:extLst>
              <a:ext uri="{FF2B5EF4-FFF2-40B4-BE49-F238E27FC236}">
                <a16:creationId xmlns:a16="http://schemas.microsoft.com/office/drawing/2014/main" id="{DF02C6A2-21DE-E74C-FD2A-AA0A982E085E}"/>
              </a:ext>
            </a:extLst>
          </p:cNvPr>
          <p:cNvSpPr/>
          <p:nvPr/>
        </p:nvSpPr>
        <p:spPr>
          <a:xfrm>
            <a:off x="4836160" y="1022678"/>
            <a:ext cx="2672080" cy="5835321"/>
          </a:xfrm>
          <a:prstGeom prst="roundRect">
            <a:avLst/>
          </a:prstGeom>
          <a:solidFill>
            <a:schemeClr val="accent1">
              <a:alpha val="2815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t>                       </a:t>
            </a:r>
            <a:r>
              <a:rPr lang="en-IN" sz="3600" b="1" u="sng" dirty="0">
                <a:solidFill>
                  <a:srgbClr val="FFFF00"/>
                </a:solidFill>
                <a:latin typeface="Baskerville Old Face" panose="02020602080505020303" pitchFamily="18" charset="0"/>
              </a:rPr>
              <a:t>Illustrators </a:t>
            </a:r>
            <a:r>
              <a:rPr lang="en-IN" sz="2800" u="sng" dirty="0"/>
              <a:t>  </a:t>
            </a:r>
            <a:r>
              <a:rPr lang="en-IN" sz="2800" dirty="0"/>
              <a:t>  </a:t>
            </a:r>
            <a:r>
              <a:rPr lang="en-IN" sz="2400" dirty="0"/>
              <a:t> </a:t>
            </a:r>
            <a:r>
              <a:rPr lang="en-GB" sz="2800" dirty="0">
                <a:latin typeface="Baskerville Old Face" panose="02020602080505020303" pitchFamily="18" charset="77"/>
              </a:rPr>
              <a:t>Subconscious movements to create a visual image and support the spoken message. </a:t>
            </a:r>
          </a:p>
          <a:p>
            <a:pPr algn="ctr"/>
            <a:r>
              <a:rPr lang="en-GB" sz="2800" u="sng" dirty="0">
                <a:latin typeface="Baskerville Old Face" panose="02020602080505020303" pitchFamily="18" charset="77"/>
              </a:rPr>
              <a:t>For Example</a:t>
            </a:r>
            <a:r>
              <a:rPr lang="en-GB" sz="2800" dirty="0">
                <a:latin typeface="Baskerville Old Face" panose="02020602080505020303" pitchFamily="18" charset="77"/>
              </a:rPr>
              <a:t>: Holding your hands apart to indicate size.</a:t>
            </a:r>
          </a:p>
          <a:p>
            <a:pPr algn="ctr"/>
            <a:endParaRPr lang="en-US" dirty="0"/>
          </a:p>
        </p:txBody>
      </p:sp>
      <p:sp>
        <p:nvSpPr>
          <p:cNvPr id="6" name="Rounded Rectangle 5">
            <a:extLst>
              <a:ext uri="{FF2B5EF4-FFF2-40B4-BE49-F238E27FC236}">
                <a16:creationId xmlns:a16="http://schemas.microsoft.com/office/drawing/2014/main" id="{DD6C14E6-9005-49C8-410C-6B61D6D2D415}"/>
              </a:ext>
            </a:extLst>
          </p:cNvPr>
          <p:cNvSpPr/>
          <p:nvPr/>
        </p:nvSpPr>
        <p:spPr>
          <a:xfrm>
            <a:off x="9378717" y="14989"/>
            <a:ext cx="2811759" cy="6858000"/>
          </a:xfrm>
          <a:prstGeom prst="roundRect">
            <a:avLst/>
          </a:prstGeom>
          <a:solidFill>
            <a:schemeClr val="accent1">
              <a:alpha val="2815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u="sng" dirty="0">
                <a:solidFill>
                  <a:srgbClr val="FFFF00"/>
                </a:solidFill>
                <a:latin typeface="Baskerville Old Face" panose="02020602080505020303" pitchFamily="18" charset="0"/>
              </a:rPr>
              <a:t>Affective displays</a:t>
            </a:r>
          </a:p>
          <a:p>
            <a:pPr algn="ctr"/>
            <a:r>
              <a:rPr lang="en-IN" sz="2400" dirty="0">
                <a:latin typeface="Bernard MT Condensed" panose="02050806060905020404" pitchFamily="18" charset="77"/>
              </a:rPr>
              <a:t> </a:t>
            </a:r>
            <a:r>
              <a:rPr lang="en-GB" sz="2800" dirty="0">
                <a:latin typeface="Baskerville Old Face" panose="02020602080505020303" pitchFamily="18" charset="77"/>
              </a:rPr>
              <a:t>Movements, usually facial gestures, displaying specific emotions. </a:t>
            </a:r>
          </a:p>
          <a:p>
            <a:pPr algn="ctr"/>
            <a:r>
              <a:rPr lang="en-GB" sz="2800" u="sng" dirty="0">
                <a:latin typeface="Baskerville Old Face" panose="02020602080505020303" pitchFamily="18" charset="77"/>
              </a:rPr>
              <a:t>For Example</a:t>
            </a:r>
            <a:r>
              <a:rPr lang="en-GB" sz="2800" dirty="0">
                <a:latin typeface="Baskerville Old Face" panose="02020602080505020303" pitchFamily="18" charset="77"/>
              </a:rPr>
              <a:t>: Expressions of love, frustration, or anger.</a:t>
            </a:r>
          </a:p>
          <a:p>
            <a:pPr algn="ctr"/>
            <a:endParaRPr lang="en-US" dirty="0"/>
          </a:p>
        </p:txBody>
      </p:sp>
      <p:sp>
        <p:nvSpPr>
          <p:cNvPr id="11" name="TextBox 10">
            <a:extLst>
              <a:ext uri="{FF2B5EF4-FFF2-40B4-BE49-F238E27FC236}">
                <a16:creationId xmlns:a16="http://schemas.microsoft.com/office/drawing/2014/main" id="{7858DC9F-F1B1-726F-5D69-12D1F14C4C6B}"/>
              </a:ext>
            </a:extLst>
          </p:cNvPr>
          <p:cNvSpPr txBox="1"/>
          <p:nvPr/>
        </p:nvSpPr>
        <p:spPr>
          <a:xfrm>
            <a:off x="3024159" y="335113"/>
            <a:ext cx="6317804" cy="584775"/>
          </a:xfrm>
          <a:prstGeom prst="rect">
            <a:avLst/>
          </a:prstGeom>
          <a:noFill/>
        </p:spPr>
        <p:txBody>
          <a:bodyPr wrap="square" rtlCol="0">
            <a:spAutoFit/>
          </a:bodyPr>
          <a:lstStyle/>
          <a:p>
            <a:pPr algn="ctr"/>
            <a:r>
              <a:rPr lang="en-US" sz="3200" b="1" dirty="0">
                <a:latin typeface="Baskerville Old Face" panose="02020602080505020303" pitchFamily="18" charset="0"/>
              </a:rPr>
              <a:t>CATEGORIES OF </a:t>
            </a:r>
            <a:r>
              <a:rPr lang="en-US" sz="3200" b="1" dirty="0">
                <a:solidFill>
                  <a:srgbClr val="FFFF00"/>
                </a:solidFill>
                <a:latin typeface="Baskerville Old Face" panose="02020602080505020303" pitchFamily="18" charset="0"/>
              </a:rPr>
              <a:t>KINESICS</a:t>
            </a:r>
          </a:p>
        </p:txBody>
      </p:sp>
    </p:spTree>
    <p:extLst>
      <p:ext uri="{BB962C8B-B14F-4D97-AF65-F5344CB8AC3E}">
        <p14:creationId xmlns:p14="http://schemas.microsoft.com/office/powerpoint/2010/main" val="527867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view of the earth from space&#10;&#10;Description automatically generated">
            <a:extLst>
              <a:ext uri="{FF2B5EF4-FFF2-40B4-BE49-F238E27FC236}">
                <a16:creationId xmlns:a16="http://schemas.microsoft.com/office/drawing/2014/main" id="{977A46B1-BD59-C19C-2D0E-99F2BF52F0B3}"/>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Lst>
          </a:blip>
          <a:srcRect t="15429"/>
          <a:stretch/>
        </p:blipFill>
        <p:spPr>
          <a:xfrm>
            <a:off x="20" y="1282"/>
            <a:ext cx="12191980" cy="6856718"/>
          </a:xfrm>
          <a:prstGeom prst="rect">
            <a:avLst/>
          </a:prstGeom>
        </p:spPr>
      </p:pic>
      <p:sp>
        <p:nvSpPr>
          <p:cNvPr id="6" name="Rounded Rectangle 5">
            <a:extLst>
              <a:ext uri="{FF2B5EF4-FFF2-40B4-BE49-F238E27FC236}">
                <a16:creationId xmlns:a16="http://schemas.microsoft.com/office/drawing/2014/main" id="{DD6C14E6-9005-49C8-410C-6B61D6D2D415}"/>
              </a:ext>
            </a:extLst>
          </p:cNvPr>
          <p:cNvSpPr/>
          <p:nvPr/>
        </p:nvSpPr>
        <p:spPr>
          <a:xfrm>
            <a:off x="2025728" y="-1282"/>
            <a:ext cx="3105725" cy="6858000"/>
          </a:xfrm>
          <a:prstGeom prst="roundRect">
            <a:avLst/>
          </a:prstGeom>
          <a:solidFill>
            <a:schemeClr val="accent1">
              <a:alpha val="2815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u="sng" dirty="0">
                <a:solidFill>
                  <a:srgbClr val="FFFF00"/>
                </a:solidFill>
                <a:latin typeface="Baskerville Old Face" panose="02020602080505020303" pitchFamily="18" charset="0"/>
              </a:rPr>
              <a:t>Regulators</a:t>
            </a:r>
            <a:r>
              <a:rPr lang="en-GB" sz="1800" u="sng" dirty="0">
                <a:solidFill>
                  <a:srgbClr val="FFC000"/>
                </a:solidFill>
                <a:latin typeface="Bernard MT Condensed" panose="02050806060905020404" pitchFamily="18" charset="77"/>
              </a:rPr>
              <a:t> </a:t>
            </a:r>
          </a:p>
          <a:p>
            <a:pPr algn="ctr"/>
            <a:r>
              <a:rPr lang="en-GB" sz="2800" dirty="0">
                <a:solidFill>
                  <a:schemeClr val="bg1"/>
                </a:solidFill>
                <a:latin typeface="Baskerville Old Face" panose="02020602080505020303" pitchFamily="18" charset="0"/>
              </a:rPr>
              <a:t>Body movements that control, adjust, and sustain the flow of a conversation. They are mainly conveyed by the listener. </a:t>
            </a:r>
          </a:p>
          <a:p>
            <a:pPr algn="ctr"/>
            <a:r>
              <a:rPr lang="en-GB" sz="2800" u="sng" dirty="0">
                <a:solidFill>
                  <a:schemeClr val="bg1"/>
                </a:solidFill>
                <a:latin typeface="Baskerville Old Face" panose="02020602080505020303" pitchFamily="18" charset="0"/>
              </a:rPr>
              <a:t>For Example</a:t>
            </a:r>
            <a:r>
              <a:rPr lang="en-GB" sz="2800" dirty="0">
                <a:solidFill>
                  <a:schemeClr val="bg1"/>
                </a:solidFill>
                <a:latin typeface="Baskerville Old Face" panose="02020602080505020303" pitchFamily="18" charset="0"/>
              </a:rPr>
              <a:t>: Head nodding and eye movements.</a:t>
            </a:r>
          </a:p>
        </p:txBody>
      </p:sp>
      <p:sp>
        <p:nvSpPr>
          <p:cNvPr id="10" name="Rounded Rectangle 9">
            <a:extLst>
              <a:ext uri="{FF2B5EF4-FFF2-40B4-BE49-F238E27FC236}">
                <a16:creationId xmlns:a16="http://schemas.microsoft.com/office/drawing/2014/main" id="{C87009F1-661D-71B4-9455-256033C6E9C0}"/>
              </a:ext>
            </a:extLst>
          </p:cNvPr>
          <p:cNvSpPr/>
          <p:nvPr/>
        </p:nvSpPr>
        <p:spPr>
          <a:xfrm>
            <a:off x="7060548" y="-1282"/>
            <a:ext cx="3105723" cy="6858000"/>
          </a:xfrm>
          <a:prstGeom prst="roundRect">
            <a:avLst/>
          </a:prstGeom>
          <a:solidFill>
            <a:schemeClr val="accent1">
              <a:alpha val="2815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u="sng" dirty="0">
                <a:solidFill>
                  <a:srgbClr val="FFFF00"/>
                </a:solidFill>
                <a:latin typeface="Baskerville Old Face" panose="02020602080505020303" pitchFamily="18" charset="0"/>
              </a:rPr>
              <a:t>Adaptors </a:t>
            </a:r>
          </a:p>
          <a:p>
            <a:pPr algn="ctr"/>
            <a:r>
              <a:rPr lang="en-GB" sz="2800" dirty="0">
                <a:latin typeface="Baskerville Old Face" panose="02020602080505020303" pitchFamily="18" charset="77"/>
              </a:rPr>
              <a:t>Changes in posture and other movements usually done to perform a specific function, or to make the person more comfortable. </a:t>
            </a:r>
          </a:p>
          <a:p>
            <a:pPr algn="ctr"/>
            <a:r>
              <a:rPr lang="en-GB" sz="2800" u="sng" dirty="0">
                <a:latin typeface="Baskerville Old Face" panose="02020602080505020303" pitchFamily="18" charset="77"/>
              </a:rPr>
              <a:t>For Example</a:t>
            </a:r>
            <a:r>
              <a:rPr lang="en-GB" sz="2800" dirty="0">
                <a:latin typeface="Baskerville Old Face" panose="02020602080505020303" pitchFamily="18" charset="77"/>
              </a:rPr>
              <a:t>: Shifting body and/or feet position when seated</a:t>
            </a:r>
          </a:p>
          <a:p>
            <a:pPr algn="ctr"/>
            <a:endParaRPr lang="en-US" dirty="0"/>
          </a:p>
        </p:txBody>
      </p:sp>
    </p:spTree>
    <p:extLst>
      <p:ext uri="{BB962C8B-B14F-4D97-AF65-F5344CB8AC3E}">
        <p14:creationId xmlns:p14="http://schemas.microsoft.com/office/powerpoint/2010/main" val="2775437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2172A0AC-3DCE-4672-BCAF-28FEF91F6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E6F1C77-EDC9-4C5F-8C1C-62DD46BD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landscape with mountains and the sun&#10;&#10;Description automatically generated">
            <a:extLst>
              <a:ext uri="{FF2B5EF4-FFF2-40B4-BE49-F238E27FC236}">
                <a16:creationId xmlns:a16="http://schemas.microsoft.com/office/drawing/2014/main" id="{8DACDAE8-9746-528F-AE3C-14A1D42AAB6D}"/>
              </a:ext>
            </a:extLst>
          </p:cNvPr>
          <p:cNvPicPr>
            <a:picLocks noChangeAspect="1"/>
          </p:cNvPicPr>
          <p:nvPr/>
        </p:nvPicPr>
        <p:blipFill rotWithShape="1">
          <a:blip r:embed="rId2">
            <a:alphaModFix amt="40000"/>
            <a:extLst>
              <a:ext uri="{BEBA8EAE-BF5A-486C-A8C5-ECC9F3942E4B}">
                <a14:imgProps xmlns:a14="http://schemas.microsoft.com/office/drawing/2010/main">
                  <a14:imgLayer r:embed="rId3">
                    <a14:imgEffect>
                      <a14:saturation sat="66000"/>
                    </a14:imgEffect>
                  </a14:imgLayer>
                </a14:imgProps>
              </a:ext>
            </a:extLst>
          </a:blip>
          <a:srcRect l="6301" r="11450" b="-1"/>
          <a:stretch/>
        </p:blipFill>
        <p:spPr>
          <a:xfrm>
            <a:off x="0" y="0"/>
            <a:ext cx="8450297" cy="6857990"/>
          </a:xfrm>
          <a:prstGeom prst="rect">
            <a:avLst/>
          </a:prstGeom>
        </p:spPr>
      </p:pic>
      <p:sp>
        <p:nvSpPr>
          <p:cNvPr id="4" name="TextBox 3">
            <a:extLst>
              <a:ext uri="{FF2B5EF4-FFF2-40B4-BE49-F238E27FC236}">
                <a16:creationId xmlns:a16="http://schemas.microsoft.com/office/drawing/2014/main" id="{ACDE96B2-2919-5F35-6E58-6F8C708F8092}"/>
              </a:ext>
            </a:extLst>
          </p:cNvPr>
          <p:cNvSpPr txBox="1"/>
          <p:nvPr/>
        </p:nvSpPr>
        <p:spPr>
          <a:xfrm>
            <a:off x="838200" y="2219785"/>
            <a:ext cx="4619621" cy="96695"/>
          </a:xfrm>
          <a:prstGeom prst="rect">
            <a:avLst/>
          </a:prstGeom>
        </p:spPr>
        <p:txBody>
          <a:bodyPr vert="horz" lIns="91440" tIns="45720" rIns="91440" bIns="45720" rtlCol="0">
            <a:normAutofit fontScale="25000" lnSpcReduction="20000"/>
          </a:bodyPr>
          <a:lstStyle/>
          <a:p>
            <a:pPr>
              <a:lnSpc>
                <a:spcPct val="90000"/>
              </a:lnSpc>
              <a:spcBef>
                <a:spcPct val="0"/>
              </a:spcBef>
              <a:spcAft>
                <a:spcPts val="600"/>
              </a:spcAft>
            </a:pPr>
            <a:endParaRPr lang="en-US" sz="2800" dirty="0">
              <a:solidFill>
                <a:srgbClr val="FFFFFF"/>
              </a:solidFill>
            </a:endParaRPr>
          </a:p>
        </p:txBody>
      </p:sp>
      <p:pic>
        <p:nvPicPr>
          <p:cNvPr id="7" name="Picture 6" descr="A poster with text and images of eyes and head&#10;&#10;Description automatically generated">
            <a:extLst>
              <a:ext uri="{FF2B5EF4-FFF2-40B4-BE49-F238E27FC236}">
                <a16:creationId xmlns:a16="http://schemas.microsoft.com/office/drawing/2014/main" id="{8C3D998B-8891-A837-6FDE-25934BA00E45}"/>
              </a:ext>
            </a:extLst>
          </p:cNvPr>
          <p:cNvPicPr>
            <a:picLocks noChangeAspect="1"/>
          </p:cNvPicPr>
          <p:nvPr/>
        </p:nvPicPr>
        <p:blipFill rotWithShape="1">
          <a:blip r:embed="rId4"/>
          <a:srcRect l="7993"/>
          <a:stretch/>
        </p:blipFill>
        <p:spPr>
          <a:xfrm>
            <a:off x="6225997"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10" name="TextBox 9">
            <a:extLst>
              <a:ext uri="{FF2B5EF4-FFF2-40B4-BE49-F238E27FC236}">
                <a16:creationId xmlns:a16="http://schemas.microsoft.com/office/drawing/2014/main" id="{86BACE9C-F98E-3C9E-EE23-44EB0C21DD2A}"/>
              </a:ext>
            </a:extLst>
          </p:cNvPr>
          <p:cNvSpPr txBox="1"/>
          <p:nvPr/>
        </p:nvSpPr>
        <p:spPr>
          <a:xfrm>
            <a:off x="687022" y="2230755"/>
            <a:ext cx="4851954" cy="4401205"/>
          </a:xfrm>
          <a:prstGeom prst="rect">
            <a:avLst/>
          </a:prstGeom>
          <a:noFill/>
        </p:spPr>
        <p:txBody>
          <a:bodyPr wrap="square" rtlCol="0">
            <a:spAutoFit/>
          </a:bodyPr>
          <a:lstStyle/>
          <a:p>
            <a:r>
              <a:rPr lang="en-GB" sz="2800" dirty="0">
                <a:solidFill>
                  <a:srgbClr val="FFFF00"/>
                </a:solidFill>
                <a:latin typeface="Baskerville Old Face" panose="02020602080505020303" pitchFamily="18" charset="77"/>
              </a:rPr>
              <a:t>Eye contact – </a:t>
            </a:r>
          </a:p>
          <a:p>
            <a:r>
              <a:rPr lang="en-GB" sz="2800" dirty="0">
                <a:solidFill>
                  <a:schemeClr val="bg1"/>
                </a:solidFill>
                <a:latin typeface="Baskerville Old Face" panose="02020602080505020303" pitchFamily="18" charset="77"/>
              </a:rPr>
              <a:t>Eye contact can mean very different things around the world.</a:t>
            </a:r>
          </a:p>
          <a:p>
            <a:endParaRPr lang="en-GB" sz="2800" dirty="0">
              <a:solidFill>
                <a:schemeClr val="bg1"/>
              </a:solidFill>
              <a:latin typeface="Baskerville Old Face" panose="02020602080505020303" pitchFamily="18" charset="77"/>
            </a:endParaRPr>
          </a:p>
          <a:p>
            <a:r>
              <a:rPr lang="en-GB" sz="2800" dirty="0">
                <a:solidFill>
                  <a:srgbClr val="FFFF00"/>
                </a:solidFill>
                <a:latin typeface="Baskerville Old Face" panose="02020602080505020303" pitchFamily="18" charset="77"/>
              </a:rPr>
              <a:t>Hand &amp; Head Gestures - </a:t>
            </a:r>
            <a:r>
              <a:rPr lang="en-GB" sz="2800" dirty="0">
                <a:solidFill>
                  <a:schemeClr val="bg1"/>
                </a:solidFill>
                <a:latin typeface="Baskerville Old Face" panose="02020602080505020303" pitchFamily="18" charset="77"/>
              </a:rPr>
              <a:t>Specific hand and head gestures can mean different things in different cultures</a:t>
            </a:r>
          </a:p>
          <a:p>
            <a:endParaRPr lang="en-US" sz="2800" dirty="0">
              <a:solidFill>
                <a:schemeClr val="bg1"/>
              </a:solidFill>
            </a:endParaRPr>
          </a:p>
        </p:txBody>
      </p:sp>
      <p:sp>
        <p:nvSpPr>
          <p:cNvPr id="14" name="TextBox 13">
            <a:extLst>
              <a:ext uri="{FF2B5EF4-FFF2-40B4-BE49-F238E27FC236}">
                <a16:creationId xmlns:a16="http://schemas.microsoft.com/office/drawing/2014/main" id="{314EA8CA-0543-1C76-F39E-4C2262FD8D44}"/>
              </a:ext>
            </a:extLst>
          </p:cNvPr>
          <p:cNvSpPr txBox="1"/>
          <p:nvPr/>
        </p:nvSpPr>
        <p:spPr>
          <a:xfrm>
            <a:off x="761171" y="681037"/>
            <a:ext cx="5857694" cy="1323439"/>
          </a:xfrm>
          <a:prstGeom prst="rect">
            <a:avLst/>
          </a:prstGeom>
          <a:noFill/>
        </p:spPr>
        <p:txBody>
          <a:bodyPr wrap="none" rtlCol="0">
            <a:spAutoFit/>
          </a:bodyPr>
          <a:lstStyle/>
          <a:p>
            <a:r>
              <a:rPr lang="en-US" sz="4000" b="1" dirty="0">
                <a:solidFill>
                  <a:srgbClr val="FFFF00"/>
                </a:solidFill>
                <a:latin typeface="Baskerville Old Face" panose="02020602080505020303" pitchFamily="18" charset="0"/>
              </a:rPr>
              <a:t>KINESICS </a:t>
            </a:r>
            <a:r>
              <a:rPr lang="en-US" sz="4000" b="1" dirty="0">
                <a:latin typeface="Baskerville Old Face" panose="02020602080505020303" pitchFamily="18" charset="0"/>
              </a:rPr>
              <a:t>ACROSS </a:t>
            </a:r>
          </a:p>
          <a:p>
            <a:r>
              <a:rPr lang="en-US" sz="4000" b="1" dirty="0">
                <a:latin typeface="Baskerville Old Face" panose="02020602080505020303" pitchFamily="18" charset="0"/>
              </a:rPr>
              <a:t>DIFFERENT CULTURES</a:t>
            </a:r>
          </a:p>
        </p:txBody>
      </p:sp>
    </p:spTree>
    <p:extLst>
      <p:ext uri="{BB962C8B-B14F-4D97-AF65-F5344CB8AC3E}">
        <p14:creationId xmlns:p14="http://schemas.microsoft.com/office/powerpoint/2010/main" val="1882459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blue moon in the sky&#10;&#10;Description automatically generated">
            <a:extLst>
              <a:ext uri="{FF2B5EF4-FFF2-40B4-BE49-F238E27FC236}">
                <a16:creationId xmlns:a16="http://schemas.microsoft.com/office/drawing/2014/main" id="{D83840D5-7D63-0CDD-465A-D0CE853E8DBD}"/>
              </a:ext>
            </a:extLst>
          </p:cNvPr>
          <p:cNvPicPr>
            <a:picLocks noChangeAspect="1"/>
          </p:cNvPicPr>
          <p:nvPr/>
        </p:nvPicPr>
        <p:blipFill rotWithShape="1">
          <a:blip r:embed="rId2">
            <a:duotone>
              <a:prstClr val="black"/>
              <a:prstClr val="white"/>
            </a:duotone>
          </a:blip>
          <a:srcRect t="10906" b="4825"/>
          <a:stretch/>
        </p:blipFill>
        <p:spPr>
          <a:xfrm>
            <a:off x="20" y="10"/>
            <a:ext cx="12191980" cy="6857990"/>
          </a:xfrm>
          <a:prstGeom prst="rect">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pic>
      <p:sp>
        <p:nvSpPr>
          <p:cNvPr id="8" name="TextBox 7">
            <a:extLst>
              <a:ext uri="{FF2B5EF4-FFF2-40B4-BE49-F238E27FC236}">
                <a16:creationId xmlns:a16="http://schemas.microsoft.com/office/drawing/2014/main" id="{9C24CE77-1A86-7EBE-DC23-6274FF489C28}"/>
              </a:ext>
            </a:extLst>
          </p:cNvPr>
          <p:cNvSpPr txBox="1"/>
          <p:nvPr/>
        </p:nvSpPr>
        <p:spPr>
          <a:xfrm>
            <a:off x="3937416" y="517166"/>
            <a:ext cx="4317167" cy="769441"/>
          </a:xfrm>
          <a:prstGeom prst="rect">
            <a:avLst/>
          </a:prstGeom>
          <a:noFill/>
        </p:spPr>
        <p:txBody>
          <a:bodyPr wrap="square" rtlCol="0">
            <a:spAutoFit/>
          </a:bodyPr>
          <a:lstStyle/>
          <a:p>
            <a:r>
              <a:rPr lang="en-US" sz="4400" dirty="0">
                <a:solidFill>
                  <a:schemeClr val="bg1"/>
                </a:solidFill>
                <a:latin typeface="Lucida Fax" panose="02060602050505020204" pitchFamily="18" charset="77"/>
              </a:rPr>
              <a:t>CONCULSION</a:t>
            </a:r>
          </a:p>
        </p:txBody>
      </p:sp>
      <p:sp>
        <p:nvSpPr>
          <p:cNvPr id="9" name="TextBox 8">
            <a:extLst>
              <a:ext uri="{FF2B5EF4-FFF2-40B4-BE49-F238E27FC236}">
                <a16:creationId xmlns:a16="http://schemas.microsoft.com/office/drawing/2014/main" id="{4C4F1919-DF47-6916-3CFB-E27352BB18C7}"/>
              </a:ext>
            </a:extLst>
          </p:cNvPr>
          <p:cNvSpPr txBox="1"/>
          <p:nvPr/>
        </p:nvSpPr>
        <p:spPr>
          <a:xfrm>
            <a:off x="447721" y="1803762"/>
            <a:ext cx="8844197" cy="4308872"/>
          </a:xfrm>
          <a:prstGeom prst="rect">
            <a:avLst/>
          </a:prstGeom>
          <a:noFill/>
        </p:spPr>
        <p:txBody>
          <a:bodyPr wrap="square" rtlCol="0">
            <a:spAutoFit/>
          </a:bodyPr>
          <a:lstStyle/>
          <a:p>
            <a:r>
              <a:rPr lang="en-GB" sz="3200" dirty="0">
                <a:solidFill>
                  <a:schemeClr val="bg1"/>
                </a:solidFill>
                <a:latin typeface="Baskerville Old Face" panose="02020602080505020303" pitchFamily="18" charset="77"/>
              </a:rPr>
              <a:t>People communicate in countless ways, but kinesics, or the study of body language, is a fascinating and useful field that can help us better understand and connect with others. By being aware of the subtle cues and signals that our bodies unconsciously give off, we can gain a deeper understanding of ourselves and others and build stronger, more authentic connections with the people around us.</a:t>
            </a:r>
            <a:endParaRPr lang="en-US" sz="3200" dirty="0">
              <a:solidFill>
                <a:schemeClr val="bg1"/>
              </a:solidFill>
              <a:latin typeface="Baskerville Old Face" panose="02020602080505020303" pitchFamily="18" charset="77"/>
            </a:endParaRPr>
          </a:p>
          <a:p>
            <a:endParaRPr lang="en-US" dirty="0"/>
          </a:p>
        </p:txBody>
      </p:sp>
      <p:sp>
        <p:nvSpPr>
          <p:cNvPr id="10" name="Oval 9">
            <a:extLst>
              <a:ext uri="{FF2B5EF4-FFF2-40B4-BE49-F238E27FC236}">
                <a16:creationId xmlns:a16="http://schemas.microsoft.com/office/drawing/2014/main" id="{14C1AA36-4896-1C02-FE0D-EC06DAD53800}"/>
              </a:ext>
            </a:extLst>
          </p:cNvPr>
          <p:cNvSpPr/>
          <p:nvPr/>
        </p:nvSpPr>
        <p:spPr>
          <a:xfrm>
            <a:off x="8996082" y="517166"/>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C97C3D-F03E-E9D7-433D-25EC3DF9FDF8}"/>
              </a:ext>
            </a:extLst>
          </p:cNvPr>
          <p:cNvSpPr/>
          <p:nvPr/>
        </p:nvSpPr>
        <p:spPr>
          <a:xfrm>
            <a:off x="9480177" y="1404672"/>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53BE9D-EA56-6DE5-027E-2FE99DD68A07}"/>
              </a:ext>
            </a:extLst>
          </p:cNvPr>
          <p:cNvSpPr/>
          <p:nvPr/>
        </p:nvSpPr>
        <p:spPr>
          <a:xfrm>
            <a:off x="10892118" y="987813"/>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8646597-DC28-F4A5-E9BF-B08F2B3F9346}"/>
              </a:ext>
            </a:extLst>
          </p:cNvPr>
          <p:cNvSpPr/>
          <p:nvPr/>
        </p:nvSpPr>
        <p:spPr>
          <a:xfrm>
            <a:off x="9641541" y="2951083"/>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137F587-10B1-294B-4393-BD1E7EF810CD}"/>
              </a:ext>
            </a:extLst>
          </p:cNvPr>
          <p:cNvSpPr/>
          <p:nvPr/>
        </p:nvSpPr>
        <p:spPr>
          <a:xfrm>
            <a:off x="10717306" y="3865483"/>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91E223B-7BCE-D7F0-CA1C-AA9F4FEA1FBD}"/>
              </a:ext>
            </a:extLst>
          </p:cNvPr>
          <p:cNvSpPr/>
          <p:nvPr/>
        </p:nvSpPr>
        <p:spPr>
          <a:xfrm>
            <a:off x="9641541" y="4727188"/>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4A21A4C-56BD-758C-DB18-50CE65DC1C0F}"/>
              </a:ext>
            </a:extLst>
          </p:cNvPr>
          <p:cNvSpPr/>
          <p:nvPr/>
        </p:nvSpPr>
        <p:spPr>
          <a:xfrm>
            <a:off x="10824883" y="5748071"/>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54E6F02-9558-FE36-4BE2-4CE0DBC4453F}"/>
              </a:ext>
            </a:extLst>
          </p:cNvPr>
          <p:cNvSpPr/>
          <p:nvPr/>
        </p:nvSpPr>
        <p:spPr>
          <a:xfrm>
            <a:off x="9090212" y="6245612"/>
            <a:ext cx="484094" cy="484094"/>
          </a:xfrm>
          <a:prstGeom prst="ellipse">
            <a:avLst/>
          </a:prstGeom>
          <a:blipFill dpi="0" rotWithShape="1">
            <a:blip r:embed="rId3">
              <a:alphaModFix amt="27000"/>
            </a:blip>
            <a:srcRect/>
            <a:stretch>
              <a:fillRect l="-3000" t="-1000" b="-4000"/>
            </a:stretch>
          </a:blipFill>
          <a:ln>
            <a:gradFill>
              <a:gsLst>
                <a:gs pos="0">
                  <a:schemeClr val="accent1">
                    <a:lumMod val="5000"/>
                    <a:lumOff val="95000"/>
                  </a:schemeClr>
                </a:gs>
                <a:gs pos="16000">
                  <a:schemeClr val="accent1">
                    <a:alpha val="61000"/>
                    <a:lumMod val="88304"/>
                    <a:lumOff val="11696"/>
                  </a:schemeClr>
                </a:gs>
                <a:gs pos="83000">
                  <a:schemeClr val="accent1">
                    <a:lumMod val="45000"/>
                    <a:lumOff val="55000"/>
                  </a:schemeClr>
                </a:gs>
                <a:gs pos="100000">
                  <a:schemeClr val="accent1">
                    <a:lumMod val="30000"/>
                    <a:lumOff val="70000"/>
                  </a:schemeClr>
                </a:gs>
              </a:gsLst>
              <a:lin ang="5400000" scaled="1"/>
            </a:gradFill>
          </a:ln>
          <a:effectLst>
            <a:glow rad="268600">
              <a:schemeClr val="accent3">
                <a:satMod val="175000"/>
                <a:alpha val="27468"/>
              </a:schemeClr>
            </a:glow>
            <a:outerShdw blurRad="50800" dist="50800" dir="5400000" sx="2000" sy="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691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path" presetSubtype="0" repeatCount="indefinite" accel="50000" decel="50000" autoRev="1" fill="hold" grpId="0" nodeType="withEffect">
                                  <p:stCondLst>
                                    <p:cond delay="0"/>
                                  </p:stCondLst>
                                  <p:childTnLst>
                                    <p:animMotion origin="layout" path="M -2.29167E-6 0.04166 C -0.01458 0.0125 -0.06471 -0.01597 -0.08294 -0.01597 C -0.19453 -0.01597 -0.30976 0.43657 -0.30976 0.88935 C -0.30976 0.66134 -0.36732 0.43657 -0.42122 0.43657 C -0.4789 0.43657 -0.53268 0.66458 -0.53268 0.88935 C -0.53268 0.77685 -0.56133 0.66134 -0.59036 0.66134 C -0.61901 0.66134 -0.64804 0.77361 -0.64804 0.88935 C -0.64804 0.83148 -0.6625 0.77685 -0.67656 0.77685 C -0.69114 0.77685 -0.70521 0.83472 -0.70521 0.88935 C -0.70521 0.85995 -0.71224 0.83148 -0.71966 0.83148 C -0.72344 0.83148 -0.73424 0.86065 -0.73424 0.88935 C -0.73424 0.875 -0.73789 0.85995 -0.74127 0.85995 C -0.74127 0.85648 -0.7483 0.87407 -0.7483 0.88935 C -0.7483 0.88171 -0.7483 0.875 -0.75195 0.875 C -0.75195 0.87824 -0.75573 0.88264 -0.75573 0.88935 C -0.75573 0.88588 -0.75573 0.88171 -0.75573 0.87824 C -0.75937 0.87824 -0.75937 0.88171 -0.75937 0.88588 C -0.76315 0.88588 -0.76315 0.88264 -0.76315 0.87824 C -0.76692 0.87824 -0.76692 0.88171 -0.76692 0.88588 " pathEditMode="relative" rAng="0" ptsTypes="AAAAAAAAAAAAAAAAAAA">
                                      <p:cBhvr>
                                        <p:cTn id="6" dur="5000" fill="hold"/>
                                        <p:tgtEl>
                                          <p:spTgt spid="10"/>
                                        </p:tgtEl>
                                        <p:attrNameLst>
                                          <p:attrName>ppt_x</p:attrName>
                                          <p:attrName>ppt_y</p:attrName>
                                        </p:attrNameLst>
                                      </p:cBhvr>
                                      <p:rCtr x="-38346" y="39491"/>
                                    </p:animMotion>
                                  </p:childTnLst>
                                </p:cTn>
                              </p:par>
                              <p:par>
                                <p:cTn id="7" presetID="41" presetClass="path" presetSubtype="0" accel="50000" decel="50000" autoRev="1" fill="hold" grpId="0" nodeType="withEffect">
                                  <p:stCondLst>
                                    <p:cond delay="1000"/>
                                  </p:stCondLst>
                                  <p:childTnLst>
                                    <p:animMotion origin="layout" path="M 4.16667E-6 0.03726 C -0.01302 0.01018 -0.05756 -0.01598 -0.07383 -0.01598 C -0.17292 -0.01598 -0.27552 0.40139 -0.27552 0.81875 C -0.27552 0.60833 -0.3267 0.40139 -0.37461 0.40139 C -0.42592 0.40139 -0.47383 0.61157 -0.47383 0.81875 C -0.47383 0.71504 -0.49922 0.60833 -0.525 0.60833 C -0.55039 0.60833 -0.57631 0.71203 -0.57631 0.81875 C -0.57631 0.76527 -0.5892 0.71504 -0.6017 0.71504 C -0.61459 0.71504 -0.62709 0.76828 -0.62709 0.81875 C -0.62709 0.79166 -0.63334 0.76527 -0.63998 0.76527 C -0.64336 0.76527 -0.653 0.79236 -0.653 0.81875 C -0.653 0.80555 -0.65625 0.79166 -0.65925 0.79166 C -0.65925 0.78842 -0.6655 0.80463 -0.6655 0.81875 C -0.6655 0.81157 -0.6655 0.80555 -0.66875 0.80555 C -0.66875 0.80856 -0.67214 0.8125 -0.67214 0.81875 C -0.67214 0.81551 -0.67214 0.81157 -0.67214 0.80856 C -0.67539 0.80856 -0.67539 0.81157 -0.67539 0.81551 C -0.67878 0.81551 -0.67878 0.8125 -0.67878 0.80856 C -0.68204 0.80856 -0.68204 0.81157 -0.68204 0.81551 " pathEditMode="relative" rAng="0" ptsTypes="AAAAAAAAAAAAAAAAAAA">
                                      <p:cBhvr>
                                        <p:cTn id="8" dur="5000" fill="hold"/>
                                        <p:tgtEl>
                                          <p:spTgt spid="13"/>
                                        </p:tgtEl>
                                        <p:attrNameLst>
                                          <p:attrName>ppt_x</p:attrName>
                                          <p:attrName>ppt_y</p:attrName>
                                        </p:attrNameLst>
                                      </p:cBhvr>
                                      <p:rCtr x="-34102" y="36412"/>
                                    </p:animMotion>
                                  </p:childTnLst>
                                </p:cTn>
                              </p:par>
                              <p:par>
                                <p:cTn id="9" presetID="41" presetClass="path" presetSubtype="0" accel="50000" decel="50000" autoRev="1" fill="hold" grpId="0" nodeType="withEffect">
                                  <p:stCondLst>
                                    <p:cond delay="2000"/>
                                  </p:stCondLst>
                                  <p:childTnLst>
                                    <p:animMotion origin="layout" path="M -3.33333E-6 7.40741E-7 C -0.0125 -0.03495 -0.05573 -0.06898 -0.07148 -0.06898 C -0.16744 -0.06898 -0.26653 0.47315 -0.26653 1.0162 C -0.26653 0.74236 -0.31601 0.47315 -0.36211 0.47315 C -0.41159 0.47315 -0.45794 0.74676 -0.45794 1.0162 C -0.45794 0.88148 -0.48281 0.74236 -0.50755 0.74236 C -0.53229 0.74236 -0.55703 0.87708 -0.55703 1.0162 C -0.55703 0.9463 -0.56966 0.88148 -0.5819 0.88148 C -0.5944 0.88148 -0.60625 0.95046 -0.60625 1.0162 C -0.60625 0.98032 -0.6125 0.9463 -0.61875 0.9463 C -0.622 0.9463 -0.63138 0.98125 -0.63138 1.0162 C -0.63138 0.99815 -0.6345 0.98032 -0.63724 0.98032 C -0.63724 0.97685 -0.64362 0.99722 -0.64362 1.0162 C -0.64362 1.00671 -0.64362 0.99815 -0.64674 0.99815 C -0.64674 1.00255 -0.64987 1.00764 -0.64987 1.0162 C -0.64987 1.0118 -0.64987 1.00671 -0.64987 1.00255 C -0.65299 1.00255 -0.65299 1.00671 -0.65299 1.0118 C -0.65612 1.0118 -0.65612 1.00764 -0.65612 1.00255 C -0.65924 1.00255 -0.65924 1.00671 -0.65924 1.0118 " pathEditMode="relative" rAng="0" ptsTypes="AAAAAAAAAAAAAAAAAAA">
                                      <p:cBhvr>
                                        <p:cTn id="10" dur="5000" fill="hold"/>
                                        <p:tgtEl>
                                          <p:spTgt spid="15"/>
                                        </p:tgtEl>
                                        <p:attrNameLst>
                                          <p:attrName>ppt_x</p:attrName>
                                          <p:attrName>ppt_y</p:attrName>
                                        </p:attrNameLst>
                                      </p:cBhvr>
                                      <p:rCtr x="-32956" y="47361"/>
                                    </p:animMotion>
                                  </p:childTnLst>
                                </p:cTn>
                              </p:par>
                              <p:par>
                                <p:cTn id="11" presetID="41" presetClass="path" presetSubtype="0" repeatCount="indefinite" accel="50000" decel="50000" autoRev="1" fill="hold" grpId="0" nodeType="withEffect">
                                  <p:stCondLst>
                                    <p:cond delay="2500"/>
                                  </p:stCondLst>
                                  <p:childTnLst>
                                    <p:animMotion origin="layout" path="M -0.01107 0.0581 C -0.01576 0.04722 -0.03177 0.03657 -0.03763 0.03657 C -0.07318 0.03657 -0.1099 0.20602 -0.1099 0.37546 C -0.1099 0.29004 -0.12826 0.20602 -0.14545 0.20602 C -0.16381 0.20602 -0.18099 0.2912 -0.18099 0.37546 C -0.18099 0.33333 -0.19011 0.29004 -0.19935 0.29004 C -0.20847 0.29004 -0.21771 0.33194 -0.21771 0.37546 C -0.21771 0.3537 -0.2224 0.33333 -0.22683 0.33333 C -0.23151 0.33333 -0.23594 0.35486 -0.23594 0.37546 C -0.23594 0.36435 -0.23815 0.3537 -0.24063 0.3537 C -0.2418 0.3537 -0.24519 0.36458 -0.24519 0.37546 C -0.24519 0.3699 -0.24636 0.36435 -0.2474 0.36435 C -0.2474 0.36319 -0.24974 0.36967 -0.24974 0.37546 C -0.24974 0.37245 -0.24974 0.3699 -0.25091 0.3699 C -0.25091 0.37129 -0.25209 0.37291 -0.25209 0.37546 C -0.25209 0.37407 -0.25209 0.37245 -0.25209 0.37129 C -0.25326 0.37129 -0.25326 0.37245 -0.25326 0.37407 C -0.25443 0.37407 -0.25443 0.37291 -0.25443 0.37129 C -0.2556 0.37129 -0.2556 0.37245 -0.2556 0.37407 " pathEditMode="relative" rAng="0" ptsTypes="AAAAAAAAAAAAAAAAAAA">
                                      <p:cBhvr>
                                        <p:cTn id="12" dur="3000" fill="hold"/>
                                        <p:tgtEl>
                                          <p:spTgt spid="19"/>
                                        </p:tgtEl>
                                        <p:attrNameLst>
                                          <p:attrName>ppt_x</p:attrName>
                                          <p:attrName>ppt_y</p:attrName>
                                        </p:attrNameLst>
                                      </p:cBhvr>
                                      <p:rCtr x="-12227" y="14792"/>
                                    </p:animMotion>
                                  </p:childTnLst>
                                </p:cTn>
                              </p:par>
                              <p:par>
                                <p:cTn id="13" presetID="41" presetClass="path" presetSubtype="0" repeatCount="indefinite" accel="50000" decel="50000" fill="hold" grpId="0" nodeType="withEffect">
                                  <p:stCondLst>
                                    <p:cond delay="3500"/>
                                  </p:stCondLst>
                                  <p:childTnLst>
                                    <p:animMotion origin="layout" path="M 0.09388 0.00671 C 0.08489 -0.01505 0.05403 -0.03588 0.04284 -0.03588 C -0.02578 -0.03588 -0.09662 0.29792 -0.09662 0.63194 C -0.09662 0.46366 -0.13216 0.29792 -0.16524 0.29792 C -0.20065 0.29792 -0.23386 0.4662 -0.23386 0.63194 C -0.23386 0.54907 -0.25144 0.46366 -0.26927 0.46366 C -0.28685 0.46366 -0.30469 0.54653 -0.30469 0.63194 C -0.30469 0.58912 -0.31367 0.54907 -0.32227 0.54907 C -0.33125 0.54907 -0.33985 0.59167 -0.33985 0.63194 C -0.33985 0.61018 -0.34427 0.58912 -0.34883 0.58912 C -0.35117 0.58912 -0.35782 0.61088 -0.35782 0.63194 C -0.35782 0.6213 -0.36003 0.61018 -0.36211 0.61018 C -0.36211 0.60764 -0.36641 0.6206 -0.36641 0.63194 C -0.36641 0.62616 -0.36641 0.6213 -0.36875 0.6213 C -0.36875 0.62384 -0.37097 0.62685 -0.37097 0.63194 C -0.37097 0.6294 -0.37097 0.62616 -0.37097 0.62384 C -0.37331 0.62384 -0.37331 0.62616 -0.37331 0.6294 C -0.37565 0.6294 -0.37565 0.62685 -0.37565 0.62384 C -0.37787 0.62384 -0.37787 0.62616 -0.37787 0.6294 " pathEditMode="relative" rAng="0" ptsTypes="AAAAAAAAAAAAAAAAAAA">
                                      <p:cBhvr>
                                        <p:cTn id="14" dur="3000" fill="hold"/>
                                        <p:tgtEl>
                                          <p:spTgt spid="17"/>
                                        </p:tgtEl>
                                        <p:attrNameLst>
                                          <p:attrName>ppt_x</p:attrName>
                                          <p:attrName>ppt_y</p:attrName>
                                        </p:attrNameLst>
                                      </p:cBhvr>
                                      <p:rCtr x="-23594" y="29120"/>
                                    </p:animMotion>
                                  </p:childTnLst>
                                </p:cTn>
                              </p:par>
                              <p:par>
                                <p:cTn id="15" presetID="41" presetClass="path" presetSubtype="0" repeatCount="indefinite" accel="50000" decel="50000" autoRev="1" fill="hold" grpId="0" nodeType="withEffect">
                                  <p:stCondLst>
                                    <p:cond delay="4000"/>
                                  </p:stCondLst>
                                  <p:childTnLst>
                                    <p:animMotion origin="layout" path="M 0 0 c -0.004 -0.008 -0.018 -0.016 -0.023 -0.016 c -0.031 0 -0.063 0.125 -0.063 0.25 c 0 -0.063 -0.016 -0.125 -0.031 -0.125 c -0.016 0 -0.031 0.063 -0.031 0.125 c 0 -0.031 -0.008 -0.063 -0.016 -0.063 c -0.008 0 -0.016 0.031 -0.016 0.063 c 0 -0.016 -0.004 -0.031 -0.008 -0.031 c -0.004 0 -0.008 0.016 -0.008 0.031 c 0 -0.008 -0.002 -0.016 -0.004 -0.016 c -0.001 0 -0.004 0.008 -0.004 0.016 c 0 -0.004 -0.001 -0.008 -0.002 -0.008 c 0 -0.001 -0.002 0.004 -0.002 0.008 c 0 -0.002 0 -0.004 -0.001 -0.004 c 0 0.001 -0.001 0.002 -0.001 0.004 c 0 -0.001 0 -0.002 0 -0.003 c -0.001 0 -0.001 0.001 -0.001 0.002 c -0.001 0 -0.001 -0.001 -0.001 -0.002 c -0.001 0 -0.001 0.001 -0.001 0.002 E" pathEditMode="relative" ptsTypes="">
                                      <p:cBhvr>
                                        <p:cTn id="16" dur="3000" fill="hold"/>
                                        <p:tgtEl>
                                          <p:spTgt spid="21"/>
                                        </p:tgtEl>
                                        <p:attrNameLst>
                                          <p:attrName>ppt_x</p:attrName>
                                          <p:attrName>ppt_y</p:attrName>
                                        </p:attrNameLst>
                                      </p:cBhvr>
                                    </p:animMotion>
                                  </p:childTnLst>
                                </p:cTn>
                              </p:par>
                              <p:par>
                                <p:cTn id="17" presetID="41" presetClass="path" presetSubtype="0" repeatCount="indefinite" accel="50000" decel="50000" autoRev="1" fill="hold" grpId="0" nodeType="withEffect">
                                  <p:stCondLst>
                                    <p:cond delay="4500"/>
                                  </p:stCondLst>
                                  <p:childTnLst>
                                    <p:animMotion origin="layout" path="M 0 0 c -0.004 -0.008 -0.018 -0.016 -0.023 -0.016 c -0.031 0 -0.063 0.125 -0.063 0.25 c 0 -0.063 -0.016 -0.125 -0.031 -0.125 c -0.016 0 -0.031 0.063 -0.031 0.125 c 0 -0.031 -0.008 -0.063 -0.016 -0.063 c -0.008 0 -0.016 0.031 -0.016 0.063 c 0 -0.016 -0.004 -0.031 -0.008 -0.031 c -0.004 0 -0.008 0.016 -0.008 0.031 c 0 -0.008 -0.002 -0.016 -0.004 -0.016 c -0.001 0 -0.004 0.008 -0.004 0.016 c 0 -0.004 -0.001 -0.008 -0.002 -0.008 c 0 -0.001 -0.002 0.004 -0.002 0.008 c 0 -0.002 0 -0.004 -0.001 -0.004 c 0 0.001 -0.001 0.002 -0.001 0.004 c 0 -0.001 0 -0.002 0 -0.003 c -0.001 0 -0.001 0.001 -0.001 0.002 c -0.001 0 -0.001 -0.001 -0.001 -0.002 c -0.001 0 -0.001 0.001 -0.001 0.002 E" pathEditMode="relative" ptsTypes="">
                                      <p:cBhvr>
                                        <p:cTn id="18" dur="3000" fill="hold"/>
                                        <p:tgtEl>
                                          <p:spTgt spid="20"/>
                                        </p:tgtEl>
                                        <p:attrNameLst>
                                          <p:attrName>ppt_x</p:attrName>
                                          <p:attrName>ppt_y</p:attrName>
                                        </p:attrNameLst>
                                      </p:cBhvr>
                                    </p:animMotion>
                                  </p:childTnLst>
                                </p:cTn>
                              </p:par>
                              <p:par>
                                <p:cTn id="19" presetID="41" presetClass="path" presetSubtype="0" repeatCount="indefinite" accel="50000" decel="50000" fill="hold" grpId="0" nodeType="withEffect">
                                  <p:stCondLst>
                                    <p:cond delay="5000"/>
                                  </p:stCondLst>
                                  <p:childTnLst>
                                    <p:animMotion origin="layout" path="M 0.03463 -0.03981 C 0.0263 -0.05717 -0.00195 -0.07384 -0.01224 -0.07384 C -0.07526 -0.07384 -0.1405 0.19306 -0.1405 0.45996 C -0.1405 0.32547 -0.17305 0.19306 -0.20352 0.19306 C -0.23607 0.19306 -0.26654 0.32732 -0.26654 0.45996 C -0.26654 0.39352 -0.28268 0.32547 -0.29909 0.32547 C -0.31524 0.32547 -0.33164 0.39167 -0.33164 0.45996 C -0.33164 0.4257 -0.33985 0.39352 -0.34779 0.39352 C -0.35599 0.39352 -0.36393 0.42778 -0.36393 0.45996 C -0.36393 0.4426 -0.36797 0.4257 -0.37214 0.4257 C -0.37422 0.4257 -0.38034 0.44306 -0.38034 0.45996 C -0.38034 0.45139 -0.38242 0.4426 -0.38438 0.4426 C -0.38438 0.44051 -0.38828 0.45093 -0.38828 0.45996 C -0.38828 0.45533 -0.38828 0.45139 -0.39037 0.45139 C -0.39037 0.45347 -0.39258 0.45579 -0.39258 0.45996 C -0.39258 0.45787 -0.39258 0.45533 -0.39258 0.45347 C -0.39466 0.45347 -0.39466 0.45533 -0.39466 0.45787 C -0.39675 0.45787 -0.39675 0.45579 -0.39675 0.45347 C -0.39883 0.45347 -0.39883 0.45533 -0.39883 0.45787 " pathEditMode="relative" rAng="0" ptsTypes="AAAAAAAAAAAAAAAAAAA">
                                      <p:cBhvr>
                                        <p:cTn id="20" dur="3000" fill="hold"/>
                                        <p:tgtEl>
                                          <p:spTgt spid="18"/>
                                        </p:tgtEl>
                                        <p:attrNameLst>
                                          <p:attrName>ppt_x</p:attrName>
                                          <p:attrName>ppt_y</p:attrName>
                                        </p:attrNameLst>
                                      </p:cBhvr>
                                      <p:rCtr x="-21680" y="232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5" grpId="0" animBg="1"/>
      <p:bldP spid="17" grpId="0" animBg="1"/>
      <p:bldP spid="18" grpId="0" animBg="1"/>
      <p:bldP spid="19"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green mountain range&#10;&#10;Description automatically generated with medium confidence">
            <a:extLst>
              <a:ext uri="{FF2B5EF4-FFF2-40B4-BE49-F238E27FC236}">
                <a16:creationId xmlns:a16="http://schemas.microsoft.com/office/drawing/2014/main" id="{46873920-09B5-0696-FD90-F0EA6BF8E7F3}"/>
              </a:ext>
            </a:extLst>
          </p:cNvPr>
          <p:cNvPicPr>
            <a:picLocks noChangeAspect="1"/>
          </p:cNvPicPr>
          <p:nvPr/>
        </p:nvPicPr>
        <p:blipFill rotWithShape="1">
          <a:blip r:embed="rId2">
            <a:alphaModFix amt="35000"/>
            <a:grayscl/>
          </a:blip>
          <a:srcRect/>
          <a:stretch/>
        </p:blipFill>
        <p:spPr>
          <a:xfrm>
            <a:off x="20" y="0"/>
            <a:ext cx="12191980" cy="6857990"/>
          </a:xfrm>
          <a:prstGeom prst="rect">
            <a:avLst/>
          </a:prstGeom>
        </p:spPr>
      </p:pic>
      <p:sp>
        <p:nvSpPr>
          <p:cNvPr id="2" name="TextBox 1">
            <a:extLst>
              <a:ext uri="{FF2B5EF4-FFF2-40B4-BE49-F238E27FC236}">
                <a16:creationId xmlns:a16="http://schemas.microsoft.com/office/drawing/2014/main" id="{11B66F87-893C-2611-CB55-68191A8A2C25}"/>
              </a:ext>
            </a:extLst>
          </p:cNvPr>
          <p:cNvSpPr txBox="1"/>
          <p:nvPr/>
        </p:nvSpPr>
        <p:spPr>
          <a:xfrm>
            <a:off x="838200" y="365125"/>
            <a:ext cx="10515600" cy="100646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dirty="0">
                <a:solidFill>
                  <a:srgbClr val="FFFFFF"/>
                </a:solidFill>
                <a:latin typeface="Lucida Fax" panose="02060602050505020204" pitchFamily="18" charset="0"/>
                <a:ea typeface="+mj-ea"/>
                <a:cs typeface="+mj-cs"/>
              </a:rPr>
              <a:t>R E F E R E N C E S</a:t>
            </a:r>
          </a:p>
        </p:txBody>
      </p:sp>
      <p:sp>
        <p:nvSpPr>
          <p:cNvPr id="3" name="TextBox 2">
            <a:extLst>
              <a:ext uri="{FF2B5EF4-FFF2-40B4-BE49-F238E27FC236}">
                <a16:creationId xmlns:a16="http://schemas.microsoft.com/office/drawing/2014/main" id="{306BECBE-30B9-75AD-46BD-2B35B8557503}"/>
              </a:ext>
            </a:extLst>
          </p:cNvPr>
          <p:cNvSpPr txBox="1"/>
          <p:nvPr/>
        </p:nvSpPr>
        <p:spPr>
          <a:xfrm>
            <a:off x="838200" y="1371600"/>
            <a:ext cx="10515600" cy="480536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1" dirty="0">
                <a:solidFill>
                  <a:srgbClr val="FFFFFF"/>
                </a:solidFill>
              </a:rPr>
              <a:t>Kinesics </a:t>
            </a:r>
          </a:p>
          <a:p>
            <a:pPr>
              <a:lnSpc>
                <a:spcPct val="90000"/>
              </a:lnSpc>
              <a:spcAft>
                <a:spcPts val="600"/>
              </a:spcAft>
            </a:pPr>
            <a:r>
              <a:rPr lang="en-US" sz="2000" b="1" dirty="0">
                <a:solidFill>
                  <a:srgbClr val="FFFFFF"/>
                </a:solidFill>
              </a:rPr>
              <a:t>     https://en.wikipedia.org/wiki/Kinesics</a:t>
            </a:r>
          </a:p>
          <a:p>
            <a:pPr indent="-228600">
              <a:lnSpc>
                <a:spcPct val="90000"/>
              </a:lnSpc>
              <a:spcAft>
                <a:spcPts val="600"/>
              </a:spcAft>
              <a:buFont typeface="Arial" panose="020B0604020202020204" pitchFamily="34" charset="0"/>
              <a:buChar char="•"/>
            </a:pPr>
            <a:r>
              <a:rPr lang="en-US" sz="2000" b="1" dirty="0">
                <a:solidFill>
                  <a:srgbClr val="FFFFFF"/>
                </a:solidFill>
              </a:rPr>
              <a:t>Kinesics: The Categories of Gesture  </a:t>
            </a:r>
          </a:p>
          <a:p>
            <a:pPr>
              <a:lnSpc>
                <a:spcPct val="90000"/>
              </a:lnSpc>
              <a:spcAft>
                <a:spcPts val="600"/>
              </a:spcAft>
            </a:pPr>
            <a:r>
              <a:rPr lang="en-US" sz="2000" b="1" dirty="0">
                <a:solidFill>
                  <a:srgbClr val="FFFFFF"/>
                </a:solidFill>
              </a:rPr>
              <a:t>    https://elizabethkuhnke.wordpress.com/2011/05/10/kinesics-the-categories-of-gesture/</a:t>
            </a:r>
          </a:p>
          <a:p>
            <a:pPr indent="-228600">
              <a:lnSpc>
                <a:spcPct val="90000"/>
              </a:lnSpc>
              <a:spcAft>
                <a:spcPts val="600"/>
              </a:spcAft>
              <a:buFont typeface="Arial" panose="020B0604020202020204" pitchFamily="34" charset="0"/>
              <a:buChar char="•"/>
            </a:pPr>
            <a:r>
              <a:rPr lang="en-US" sz="2000" b="1" dirty="0">
                <a:solidFill>
                  <a:srgbClr val="FFFFFF"/>
                </a:solidFill>
              </a:rPr>
              <a:t>Cultural Differences in Body Language </a:t>
            </a:r>
          </a:p>
          <a:p>
            <a:pPr>
              <a:lnSpc>
                <a:spcPct val="90000"/>
              </a:lnSpc>
              <a:spcAft>
                <a:spcPts val="600"/>
              </a:spcAft>
            </a:pPr>
            <a:r>
              <a:rPr lang="en-US" sz="2000" b="1" dirty="0">
                <a:solidFill>
                  <a:srgbClr val="FFFFFF"/>
                </a:solidFill>
              </a:rPr>
              <a:t>     https://www.commisceo-global.com/blog/cultural-differences-in-body-language</a:t>
            </a:r>
          </a:p>
          <a:p>
            <a:pPr indent="-228600">
              <a:lnSpc>
                <a:spcPct val="90000"/>
              </a:lnSpc>
              <a:spcAft>
                <a:spcPts val="600"/>
              </a:spcAft>
              <a:buFont typeface="Arial" panose="020B0604020202020204" pitchFamily="34" charset="0"/>
              <a:buChar char="•"/>
            </a:pPr>
            <a:r>
              <a:rPr lang="en-US" sz="2000" b="1" dirty="0">
                <a:solidFill>
                  <a:srgbClr val="FFFFFF"/>
                </a:solidFill>
              </a:rPr>
              <a:t>Kinesics: Body Language and Gestures  </a:t>
            </a:r>
          </a:p>
          <a:p>
            <a:pPr>
              <a:lnSpc>
                <a:spcPct val="90000"/>
              </a:lnSpc>
              <a:spcAft>
                <a:spcPts val="600"/>
              </a:spcAft>
            </a:pPr>
            <a:r>
              <a:rPr lang="en-US" sz="2000" b="1" dirty="0">
                <a:solidFill>
                  <a:srgbClr val="FFFFFF"/>
                </a:solidFill>
              </a:rPr>
              <a:t>    https://psychologywriting.com/kinesics-body-language-and-gestures/</a:t>
            </a:r>
          </a:p>
          <a:p>
            <a:pPr indent="-228600">
              <a:lnSpc>
                <a:spcPct val="90000"/>
              </a:lnSpc>
              <a:spcAft>
                <a:spcPts val="600"/>
              </a:spcAft>
              <a:buFont typeface="Arial" panose="020B0604020202020204" pitchFamily="34" charset="0"/>
              <a:buChar char="•"/>
            </a:pPr>
            <a:r>
              <a:rPr lang="en-US" sz="2000" b="1" dirty="0">
                <a:solidFill>
                  <a:srgbClr val="FFFFFF"/>
                </a:solidFill>
              </a:rPr>
              <a:t>The Art and Science of Business Communication (4th ed.), Chaturvedi P.D and Mukesh </a:t>
            </a:r>
            <a:r>
              <a:rPr lang="en-US" sz="2000" b="1" dirty="0" err="1">
                <a:solidFill>
                  <a:srgbClr val="FFFFFF"/>
                </a:solidFill>
              </a:rPr>
              <a:t>Chaturvedi,Pearson</a:t>
            </a:r>
            <a:r>
              <a:rPr lang="en-US" sz="2000" b="1" dirty="0">
                <a:solidFill>
                  <a:srgbClr val="FFFFFF"/>
                </a:solidFill>
              </a:rPr>
              <a:t> Publication</a:t>
            </a:r>
          </a:p>
          <a:p>
            <a:pPr indent="-228600">
              <a:lnSpc>
                <a:spcPct val="90000"/>
              </a:lnSpc>
              <a:spcAft>
                <a:spcPts val="600"/>
              </a:spcAft>
              <a:buFont typeface="Arial" panose="020B0604020202020204" pitchFamily="34" charset="0"/>
              <a:buChar char="•"/>
            </a:pPr>
            <a:r>
              <a:rPr lang="en-US" sz="2000" b="1" dirty="0">
                <a:solidFill>
                  <a:srgbClr val="FFFFFF"/>
                </a:solidFill>
              </a:rPr>
              <a:t>Business Communication Today ( 10th ed.), Courtland L. </a:t>
            </a:r>
            <a:r>
              <a:rPr lang="en-US" sz="2000" b="1" dirty="0" err="1">
                <a:solidFill>
                  <a:srgbClr val="FFFFFF"/>
                </a:solidFill>
              </a:rPr>
              <a:t>Bovee</a:t>
            </a:r>
            <a:r>
              <a:rPr lang="en-US" sz="2000" b="1" dirty="0">
                <a:solidFill>
                  <a:srgbClr val="FFFFFF"/>
                </a:solidFill>
              </a:rPr>
              <a:t>, John V. Thill and Abha Chatterjee, Pearson Publication</a:t>
            </a:r>
          </a:p>
          <a:p>
            <a:pPr indent="-228600">
              <a:lnSpc>
                <a:spcPct val="90000"/>
              </a:lnSpc>
              <a:spcAft>
                <a:spcPts val="600"/>
              </a:spcAft>
              <a:buFont typeface="Arial" panose="020B0604020202020204" pitchFamily="34" charset="0"/>
              <a:buChar char="•"/>
            </a:pPr>
            <a:r>
              <a:rPr lang="en-US" sz="2000" b="1" dirty="0">
                <a:solidFill>
                  <a:srgbClr val="FFFFFF"/>
                </a:solidFill>
              </a:rPr>
              <a:t>Communication Principles for a Lifetime (6th ed.), Steven A. Beebe, Susan J. Beebe, Diana K. Ivy, Pearson Publication</a:t>
            </a:r>
          </a:p>
          <a:p>
            <a:pPr indent="-228600">
              <a:lnSpc>
                <a:spcPct val="90000"/>
              </a:lnSpc>
              <a:spcAft>
                <a:spcPts val="600"/>
              </a:spcAft>
              <a:buFont typeface="Arial" panose="020B0604020202020204" pitchFamily="34" charset="0"/>
              <a:buChar char="•"/>
            </a:pPr>
            <a:endParaRPr lang="en-US" sz="1900" b="1" dirty="0">
              <a:solidFill>
                <a:srgbClr val="FFFFFF"/>
              </a:solidFill>
            </a:endParaRPr>
          </a:p>
          <a:p>
            <a:pPr indent="-228600">
              <a:lnSpc>
                <a:spcPct val="90000"/>
              </a:lnSpc>
              <a:spcAft>
                <a:spcPts val="600"/>
              </a:spcAft>
              <a:buFont typeface="Arial" panose="020B0604020202020204" pitchFamily="34" charset="0"/>
              <a:buChar char="•"/>
            </a:pPr>
            <a:endParaRPr lang="en-US" sz="1500" b="1" dirty="0">
              <a:solidFill>
                <a:srgbClr val="FFFFFF"/>
              </a:solidFill>
            </a:endParaRPr>
          </a:p>
          <a:p>
            <a:pPr indent="-228600">
              <a:lnSpc>
                <a:spcPct val="90000"/>
              </a:lnSpc>
              <a:spcAft>
                <a:spcPts val="600"/>
              </a:spcAft>
              <a:buFont typeface="Arial" panose="020B0604020202020204" pitchFamily="34" charset="0"/>
              <a:buChar char="•"/>
            </a:pPr>
            <a:endParaRPr lang="en-US" sz="1500" b="1" dirty="0">
              <a:solidFill>
                <a:srgbClr val="FFFFFF"/>
              </a:solidFill>
            </a:endParaRPr>
          </a:p>
          <a:p>
            <a:pPr indent="-228600">
              <a:lnSpc>
                <a:spcPct val="90000"/>
              </a:lnSpc>
              <a:spcAft>
                <a:spcPts val="600"/>
              </a:spcAft>
              <a:buFont typeface="Arial" panose="020B0604020202020204" pitchFamily="34" charset="0"/>
              <a:buChar char="•"/>
            </a:pPr>
            <a:endParaRPr lang="en-US" sz="1500" b="1" dirty="0">
              <a:solidFill>
                <a:srgbClr val="FFFFFF"/>
              </a:solidFill>
            </a:endParaRPr>
          </a:p>
        </p:txBody>
      </p:sp>
    </p:spTree>
    <p:extLst>
      <p:ext uri="{BB962C8B-B14F-4D97-AF65-F5344CB8AC3E}">
        <p14:creationId xmlns:p14="http://schemas.microsoft.com/office/powerpoint/2010/main" val="1473513335"/>
      </p:ext>
    </p:extLst>
  </p:cSld>
  <p:clrMapOvr>
    <a:overrideClrMapping bg1="dk1" tx1="lt1" bg2="dk2" tx2="lt2" accent1="accent1" accent2="accent2" accent3="accent3" accent4="accent4" accent5="accent5" accent6="accent6" hlink="hlink" folHlink="folHlink"/>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847</TotalTime>
  <Words>671</Words>
  <Application>Microsoft Macintosh PowerPoint</Application>
  <PresentationFormat>Widescreen</PresentationFormat>
  <Paragraphs>92</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Aharoni</vt:lpstr>
      <vt:lpstr>Arial</vt:lpstr>
      <vt:lpstr>Avenir Next LT Pro Light</vt:lpstr>
      <vt:lpstr>Baskerville Old Face</vt:lpstr>
      <vt:lpstr>Bernard MT Condensed</vt:lpstr>
      <vt:lpstr>Bookman Old Style</vt:lpstr>
      <vt:lpstr>Calibri</vt:lpstr>
      <vt:lpstr>Calibri Light</vt:lpstr>
      <vt:lpstr>Lucida Fax</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Suryansh Raj</dc:creator>
  <cp:lastModifiedBy>Suryansh Raj</cp:lastModifiedBy>
  <cp:revision>8</cp:revision>
  <dcterms:created xsi:type="dcterms:W3CDTF">2023-10-08T05:00:41Z</dcterms:created>
  <dcterms:modified xsi:type="dcterms:W3CDTF">2023-10-09T14:27:58Z</dcterms:modified>
</cp:coreProperties>
</file>